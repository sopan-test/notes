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2.xml" ContentType="application/vnd.openxmlformats-officedocument.theme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4275" r:id="rId2"/>
    <p:sldMasterId id="2147484311" r:id="rId3"/>
  </p:sldMasterIdLst>
  <p:notesMasterIdLst>
    <p:notesMasterId r:id="rId20"/>
  </p:notesMasterIdLst>
  <p:handoutMasterIdLst>
    <p:handoutMasterId r:id="rId21"/>
  </p:handoutMasterIdLst>
  <p:sldIdLst>
    <p:sldId id="272" r:id="rId4"/>
    <p:sldId id="258" r:id="rId5"/>
    <p:sldId id="295" r:id="rId6"/>
    <p:sldId id="296" r:id="rId7"/>
    <p:sldId id="297" r:id="rId8"/>
    <p:sldId id="284" r:id="rId9"/>
    <p:sldId id="298" r:id="rId10"/>
    <p:sldId id="300" r:id="rId11"/>
    <p:sldId id="285" r:id="rId12"/>
    <p:sldId id="299" r:id="rId13"/>
    <p:sldId id="292" r:id="rId14"/>
    <p:sldId id="293" r:id="rId15"/>
    <p:sldId id="283" r:id="rId16"/>
    <p:sldId id="294" r:id="rId17"/>
    <p:sldId id="273" r:id="rId18"/>
    <p:sldId id="282" r:id="rId1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419">
          <p15:clr>
            <a:srgbClr val="A4A3A4"/>
          </p15:clr>
        </p15:guide>
        <p15:guide id="2" orient="horz" pos="4164">
          <p15:clr>
            <a:srgbClr val="A4A3A4"/>
          </p15:clr>
        </p15:guide>
        <p15:guide id="3" orient="horz" pos="1171">
          <p15:clr>
            <a:srgbClr val="A4A3A4"/>
          </p15:clr>
        </p15:guide>
        <p15:guide id="4" orient="horz" pos="3505">
          <p15:clr>
            <a:srgbClr val="A4A3A4"/>
          </p15:clr>
        </p15:guide>
        <p15:guide id="5" orient="horz" pos="1685">
          <p15:clr>
            <a:srgbClr val="A4A3A4"/>
          </p15:clr>
        </p15:guide>
        <p15:guide id="6" pos="2880">
          <p15:clr>
            <a:srgbClr val="A4A3A4"/>
          </p15:clr>
        </p15:guide>
        <p15:guide id="7" pos="5616">
          <p15:clr>
            <a:srgbClr val="A4A3A4"/>
          </p15:clr>
        </p15:guide>
        <p15:guide id="8" pos="144">
          <p15:clr>
            <a:srgbClr val="A4A3A4"/>
          </p15:clr>
        </p15:guide>
        <p15:guide id="9">
          <p15:clr>
            <a:srgbClr val="A4A3A4"/>
          </p15:clr>
        </p15:guide>
        <p15:guide id="10" pos="1104">
          <p15:clr>
            <a:srgbClr val="A4A3A4"/>
          </p15:clr>
        </p15:guide>
        <p15:guide id="11" pos="1591">
          <p15:clr>
            <a:srgbClr val="A4A3A4"/>
          </p15:clr>
        </p15:guide>
        <p15:guide id="12" pos="3024">
          <p15:clr>
            <a:srgbClr val="A4A3A4"/>
          </p15:clr>
        </p15:guide>
        <p15:guide id="13" pos="143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6C0A"/>
    <a:srgbClr val="0075B0"/>
    <a:srgbClr val="00547E"/>
    <a:srgbClr val="0093DD"/>
    <a:srgbClr val="FFFFFF"/>
    <a:srgbClr val="69CAFB"/>
    <a:srgbClr val="44BDFA"/>
    <a:srgbClr val="0085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54" autoAdjust="0"/>
  </p:normalViewPr>
  <p:slideViewPr>
    <p:cSldViewPr snapToGrid="0" showGuides="1">
      <p:cViewPr varScale="1">
        <p:scale>
          <a:sx n="103" d="100"/>
          <a:sy n="103" d="100"/>
        </p:scale>
        <p:origin x="-204" y="-96"/>
      </p:cViewPr>
      <p:guideLst>
        <p:guide orient="horz" pos="1419"/>
        <p:guide orient="horz" pos="4164"/>
        <p:guide orient="horz" pos="1171"/>
        <p:guide orient="horz" pos="3505"/>
        <p:guide orient="horz" pos="1685"/>
        <p:guide pos="2880"/>
        <p:guide pos="5616"/>
        <p:guide pos="144"/>
        <p:guide/>
        <p:guide pos="1104"/>
        <p:guide pos="1591"/>
        <p:guide pos="3024"/>
        <p:guide pos="143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howGuides="1">
      <p:cViewPr varScale="1">
        <p:scale>
          <a:sx n="80" d="100"/>
          <a:sy n="80" d="100"/>
        </p:scale>
        <p:origin x="-2022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B3AECDD-9B70-4ADD-BF3F-3DECED5F3036}" type="doc">
      <dgm:prSet loTypeId="urn:microsoft.com/office/officeart/2005/8/layout/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A25419C-9900-49FC-B99E-0BBD3BBE639C}">
      <dgm:prSet phldrT="[Text]"/>
      <dgm:spPr/>
      <dgm:t>
        <a:bodyPr/>
        <a:lstStyle/>
        <a:p>
          <a:r>
            <a:rPr lang="en-US" dirty="0" smtClean="0"/>
            <a:t>Planning</a:t>
          </a:r>
          <a:endParaRPr lang="en-US" dirty="0"/>
        </a:p>
      </dgm:t>
    </dgm:pt>
    <dgm:pt modelId="{9CA0DE41-4762-4A31-A743-FB76F6DA0018}" type="parTrans" cxnId="{58A650A6-2A0A-4AD2-9208-D1416F4CB7D6}">
      <dgm:prSet/>
      <dgm:spPr/>
      <dgm:t>
        <a:bodyPr/>
        <a:lstStyle/>
        <a:p>
          <a:endParaRPr lang="en-US"/>
        </a:p>
      </dgm:t>
    </dgm:pt>
    <dgm:pt modelId="{719D2E3B-A19C-493D-B013-1C7D6772604E}" type="sibTrans" cxnId="{58A650A6-2A0A-4AD2-9208-D1416F4CB7D6}">
      <dgm:prSet/>
      <dgm:spPr/>
      <dgm:t>
        <a:bodyPr/>
        <a:lstStyle/>
        <a:p>
          <a:endParaRPr lang="en-US"/>
        </a:p>
      </dgm:t>
    </dgm:pt>
    <dgm:pt modelId="{D54265C3-B419-4D00-AB5D-621C4D72FF65}">
      <dgm:prSet phldrT="[Text]"/>
      <dgm:spPr/>
      <dgm:t>
        <a:bodyPr/>
        <a:lstStyle/>
        <a:p>
          <a:r>
            <a:rPr lang="en-US" dirty="0" smtClean="0"/>
            <a:t>Deciding priorities of APIs</a:t>
          </a:r>
          <a:endParaRPr lang="en-US" dirty="0"/>
        </a:p>
      </dgm:t>
    </dgm:pt>
    <dgm:pt modelId="{35842014-7594-4221-9E36-A7C00B8FCBE1}" type="parTrans" cxnId="{3782BAC7-955F-4AE1-BFBF-61FA987F69A7}">
      <dgm:prSet/>
      <dgm:spPr/>
      <dgm:t>
        <a:bodyPr/>
        <a:lstStyle/>
        <a:p>
          <a:endParaRPr lang="en-US"/>
        </a:p>
      </dgm:t>
    </dgm:pt>
    <dgm:pt modelId="{26877E0F-554B-447D-BE91-82D946E0CA76}" type="sibTrans" cxnId="{3782BAC7-955F-4AE1-BFBF-61FA987F69A7}">
      <dgm:prSet/>
      <dgm:spPr/>
      <dgm:t>
        <a:bodyPr/>
        <a:lstStyle/>
        <a:p>
          <a:endParaRPr lang="en-US"/>
        </a:p>
      </dgm:t>
    </dgm:pt>
    <dgm:pt modelId="{D0195D95-A8B0-4223-A9B1-4D7D0735CB46}">
      <dgm:prSet phldrT="[Text]"/>
      <dgm:spPr/>
      <dgm:t>
        <a:bodyPr/>
        <a:lstStyle/>
        <a:p>
          <a:r>
            <a:rPr lang="en-US" dirty="0" smtClean="0"/>
            <a:t>Estimations</a:t>
          </a:r>
          <a:endParaRPr lang="en-US" dirty="0"/>
        </a:p>
      </dgm:t>
    </dgm:pt>
    <dgm:pt modelId="{CA33E123-073E-4A97-A62D-27575C8E7F70}" type="parTrans" cxnId="{F9E82746-301C-4B5B-ABE1-C0D4832D7AD3}">
      <dgm:prSet/>
      <dgm:spPr/>
      <dgm:t>
        <a:bodyPr/>
        <a:lstStyle/>
        <a:p>
          <a:endParaRPr lang="en-US"/>
        </a:p>
      </dgm:t>
    </dgm:pt>
    <dgm:pt modelId="{098883A3-1860-4562-A781-77BDB6DC5F52}" type="sibTrans" cxnId="{F9E82746-301C-4B5B-ABE1-C0D4832D7AD3}">
      <dgm:prSet/>
      <dgm:spPr/>
      <dgm:t>
        <a:bodyPr/>
        <a:lstStyle/>
        <a:p>
          <a:endParaRPr lang="en-US"/>
        </a:p>
      </dgm:t>
    </dgm:pt>
    <dgm:pt modelId="{F5733975-3EFD-41F4-A37C-4C9CA1456CDC}">
      <dgm:prSet phldrT="[Text]"/>
      <dgm:spPr/>
      <dgm:t>
        <a:bodyPr/>
        <a:lstStyle/>
        <a:p>
          <a:r>
            <a:rPr lang="en-US" dirty="0" smtClean="0"/>
            <a:t>Estimation of IFs</a:t>
          </a:r>
          <a:endParaRPr lang="en-US" dirty="0"/>
        </a:p>
      </dgm:t>
    </dgm:pt>
    <dgm:pt modelId="{D4B6DA1E-ED49-4B68-BF4F-D062B8C3297E}" type="parTrans" cxnId="{9FEE0887-914B-47BC-B50A-0805D2545FD3}">
      <dgm:prSet/>
      <dgm:spPr/>
      <dgm:t>
        <a:bodyPr/>
        <a:lstStyle/>
        <a:p>
          <a:endParaRPr lang="en-US"/>
        </a:p>
      </dgm:t>
    </dgm:pt>
    <dgm:pt modelId="{BF76EA01-DD23-449A-9FE3-F6A0B26F6F01}" type="sibTrans" cxnId="{9FEE0887-914B-47BC-B50A-0805D2545FD3}">
      <dgm:prSet/>
      <dgm:spPr/>
      <dgm:t>
        <a:bodyPr/>
        <a:lstStyle/>
        <a:p>
          <a:endParaRPr lang="en-US"/>
        </a:p>
      </dgm:t>
    </dgm:pt>
    <dgm:pt modelId="{71D5C382-F082-43A3-AC22-427B3420F1D5}">
      <dgm:prSet phldrT="[Text]"/>
      <dgm:spPr/>
      <dgm:t>
        <a:bodyPr/>
        <a:lstStyle/>
        <a:p>
          <a:r>
            <a:rPr lang="en-US" dirty="0" smtClean="0"/>
            <a:t>Scenarios Identification</a:t>
          </a:r>
          <a:endParaRPr lang="en-US" dirty="0"/>
        </a:p>
      </dgm:t>
    </dgm:pt>
    <dgm:pt modelId="{A9FCF9EC-287E-44D3-9FDA-484DDD788BE4}" type="parTrans" cxnId="{7BDA88BD-F6ED-47A7-8CC5-49B775402718}">
      <dgm:prSet/>
      <dgm:spPr/>
      <dgm:t>
        <a:bodyPr/>
        <a:lstStyle/>
        <a:p>
          <a:endParaRPr lang="en-US"/>
        </a:p>
      </dgm:t>
    </dgm:pt>
    <dgm:pt modelId="{D13C5DE2-BC4B-4680-8551-E3792EC5F1F9}" type="sibTrans" cxnId="{7BDA88BD-F6ED-47A7-8CC5-49B775402718}">
      <dgm:prSet/>
      <dgm:spPr/>
      <dgm:t>
        <a:bodyPr/>
        <a:lstStyle/>
        <a:p>
          <a:endParaRPr lang="en-US"/>
        </a:p>
      </dgm:t>
    </dgm:pt>
    <dgm:pt modelId="{4404E45C-076A-44BF-895D-344C3DEFED2E}">
      <dgm:prSet phldrT="[Text]"/>
      <dgm:spPr/>
      <dgm:t>
        <a:bodyPr/>
        <a:lstStyle/>
        <a:p>
          <a:r>
            <a:rPr lang="en-US" dirty="0" smtClean="0"/>
            <a:t>Analyzing IFs</a:t>
          </a:r>
          <a:endParaRPr lang="en-US" dirty="0"/>
        </a:p>
      </dgm:t>
    </dgm:pt>
    <dgm:pt modelId="{8D3D4F5B-8E37-495F-8ACF-05FD63D17D78}" type="parTrans" cxnId="{D513673E-44B0-4A92-AA3E-244BDFB9F3F3}">
      <dgm:prSet/>
      <dgm:spPr/>
      <dgm:t>
        <a:bodyPr/>
        <a:lstStyle/>
        <a:p>
          <a:endParaRPr lang="en-US"/>
        </a:p>
      </dgm:t>
    </dgm:pt>
    <dgm:pt modelId="{441AE4B9-D233-4F14-837D-D92AE5CFF450}" type="sibTrans" cxnId="{D513673E-44B0-4A92-AA3E-244BDFB9F3F3}">
      <dgm:prSet/>
      <dgm:spPr/>
      <dgm:t>
        <a:bodyPr/>
        <a:lstStyle/>
        <a:p>
          <a:endParaRPr lang="en-US"/>
        </a:p>
      </dgm:t>
    </dgm:pt>
    <dgm:pt modelId="{F66CD486-6FBF-40D4-8427-077AF610DA64}">
      <dgm:prSet/>
      <dgm:spPr/>
      <dgm:t>
        <a:bodyPr/>
        <a:lstStyle/>
        <a:p>
          <a:r>
            <a:rPr lang="en-US" dirty="0" smtClean="0"/>
            <a:t>Script creation and execution</a:t>
          </a:r>
          <a:endParaRPr lang="en-US" dirty="0"/>
        </a:p>
      </dgm:t>
    </dgm:pt>
    <dgm:pt modelId="{F39AD2EE-31F9-494C-B89D-7D8E5EB8F131}" type="parTrans" cxnId="{17F10A15-03B7-46BE-9480-2DCCA8A4111A}">
      <dgm:prSet/>
      <dgm:spPr/>
      <dgm:t>
        <a:bodyPr/>
        <a:lstStyle/>
        <a:p>
          <a:endParaRPr lang="en-US"/>
        </a:p>
      </dgm:t>
    </dgm:pt>
    <dgm:pt modelId="{BA581825-A578-4554-A6A4-153CBB793BE5}" type="sibTrans" cxnId="{17F10A15-03B7-46BE-9480-2DCCA8A4111A}">
      <dgm:prSet/>
      <dgm:spPr/>
      <dgm:t>
        <a:bodyPr/>
        <a:lstStyle/>
        <a:p>
          <a:endParaRPr lang="en-US"/>
        </a:p>
      </dgm:t>
    </dgm:pt>
    <dgm:pt modelId="{BD2092C7-00FE-47B2-8FCC-13374A1829CE}">
      <dgm:prSet phldrT="[Text]"/>
      <dgm:spPr/>
      <dgm:t>
        <a:bodyPr/>
        <a:lstStyle/>
        <a:p>
          <a:r>
            <a:rPr lang="en-US" dirty="0" smtClean="0"/>
            <a:t>API testing request from Dev team</a:t>
          </a:r>
          <a:endParaRPr lang="en-US" dirty="0"/>
        </a:p>
      </dgm:t>
    </dgm:pt>
    <dgm:pt modelId="{D09385D0-855A-4CA7-8DB5-CB9485A476E5}" type="parTrans" cxnId="{A9E86E75-FD19-44B8-A0CC-A63AB355DE80}">
      <dgm:prSet/>
      <dgm:spPr/>
      <dgm:t>
        <a:bodyPr/>
        <a:lstStyle/>
        <a:p>
          <a:endParaRPr lang="en-US"/>
        </a:p>
      </dgm:t>
    </dgm:pt>
    <dgm:pt modelId="{168EF490-65B4-4D02-850F-38657379BE6C}" type="sibTrans" cxnId="{A9E86E75-FD19-44B8-A0CC-A63AB355DE80}">
      <dgm:prSet/>
      <dgm:spPr/>
      <dgm:t>
        <a:bodyPr/>
        <a:lstStyle/>
        <a:p>
          <a:endParaRPr lang="en-US"/>
        </a:p>
      </dgm:t>
    </dgm:pt>
    <dgm:pt modelId="{229EDA92-D604-4AB8-9268-EDD41DC60F4F}">
      <dgm:prSet phldrT="[Text]"/>
      <dgm:spPr/>
      <dgm:t>
        <a:bodyPr/>
        <a:lstStyle/>
        <a:p>
          <a:r>
            <a:rPr lang="en-US" dirty="0" smtClean="0"/>
            <a:t>Defining Timelines</a:t>
          </a:r>
          <a:endParaRPr lang="en-US" dirty="0"/>
        </a:p>
      </dgm:t>
    </dgm:pt>
    <dgm:pt modelId="{66E23FEE-9E6F-4C7A-B17E-F12E03DEE9E2}" type="parTrans" cxnId="{F75BDBF7-2AEB-417A-A358-B60E66247C42}">
      <dgm:prSet/>
      <dgm:spPr/>
      <dgm:t>
        <a:bodyPr/>
        <a:lstStyle/>
        <a:p>
          <a:endParaRPr lang="en-US"/>
        </a:p>
      </dgm:t>
    </dgm:pt>
    <dgm:pt modelId="{E199D720-6E76-4BE2-BCC0-FB8BD90F7DF5}" type="sibTrans" cxnId="{F75BDBF7-2AEB-417A-A358-B60E66247C42}">
      <dgm:prSet/>
      <dgm:spPr/>
      <dgm:t>
        <a:bodyPr/>
        <a:lstStyle/>
        <a:p>
          <a:endParaRPr lang="en-US"/>
        </a:p>
      </dgm:t>
    </dgm:pt>
    <dgm:pt modelId="{221F54CC-A225-4077-A1FB-9CE8CCA241C6}">
      <dgm:prSet phldrT="[Text]"/>
      <dgm:spPr/>
      <dgm:t>
        <a:bodyPr/>
        <a:lstStyle/>
        <a:p>
          <a:r>
            <a:rPr lang="en-US" dirty="0" smtClean="0"/>
            <a:t>Query resolution</a:t>
          </a:r>
          <a:endParaRPr lang="en-US" dirty="0"/>
        </a:p>
      </dgm:t>
    </dgm:pt>
    <dgm:pt modelId="{978EB720-6C8C-4D6C-9A61-6FC03C9EF6EE}" type="parTrans" cxnId="{85F4BA48-75A1-4E5E-9354-719C98C3957C}">
      <dgm:prSet/>
      <dgm:spPr/>
      <dgm:t>
        <a:bodyPr/>
        <a:lstStyle/>
        <a:p>
          <a:endParaRPr lang="en-US"/>
        </a:p>
      </dgm:t>
    </dgm:pt>
    <dgm:pt modelId="{CD099ACA-4DD7-427B-80BC-B6261E550898}" type="sibTrans" cxnId="{85F4BA48-75A1-4E5E-9354-719C98C3957C}">
      <dgm:prSet/>
      <dgm:spPr/>
      <dgm:t>
        <a:bodyPr/>
        <a:lstStyle/>
        <a:p>
          <a:endParaRPr lang="en-US"/>
        </a:p>
      </dgm:t>
    </dgm:pt>
    <dgm:pt modelId="{45BFA82C-20F8-4CEE-AE83-5BAD5330BEB6}">
      <dgm:prSet phldrT="[Text]"/>
      <dgm:spPr/>
      <dgm:t>
        <a:bodyPr/>
        <a:lstStyle/>
        <a:p>
          <a:r>
            <a:rPr lang="en-US" dirty="0" smtClean="0"/>
            <a:t>Scenarios creation </a:t>
          </a:r>
          <a:endParaRPr lang="en-US" dirty="0"/>
        </a:p>
      </dgm:t>
    </dgm:pt>
    <dgm:pt modelId="{EA8D8105-95B7-428F-96FE-9487B28D42F5}" type="parTrans" cxnId="{308B126A-61E6-4155-9289-DABFE6A45C07}">
      <dgm:prSet/>
      <dgm:spPr/>
      <dgm:t>
        <a:bodyPr/>
        <a:lstStyle/>
        <a:p>
          <a:endParaRPr lang="en-US"/>
        </a:p>
      </dgm:t>
    </dgm:pt>
    <dgm:pt modelId="{92867987-96E2-4F85-823C-989D9B93400C}" type="sibTrans" cxnId="{308B126A-61E6-4155-9289-DABFE6A45C07}">
      <dgm:prSet/>
      <dgm:spPr/>
      <dgm:t>
        <a:bodyPr/>
        <a:lstStyle/>
        <a:p>
          <a:endParaRPr lang="en-US"/>
        </a:p>
      </dgm:t>
    </dgm:pt>
    <dgm:pt modelId="{FF122020-388E-422D-9433-148597CB7A0A}">
      <dgm:prSet phldrT="[Text]"/>
      <dgm:spPr/>
      <dgm:t>
        <a:bodyPr/>
        <a:lstStyle/>
        <a:p>
          <a:r>
            <a:rPr lang="en-US" dirty="0" smtClean="0"/>
            <a:t>Scenarios review</a:t>
          </a:r>
          <a:endParaRPr lang="en-US" dirty="0"/>
        </a:p>
      </dgm:t>
    </dgm:pt>
    <dgm:pt modelId="{C4C39BCA-5926-4096-83F1-0EFA9B63A749}" type="parTrans" cxnId="{E616F5FB-1578-477A-B3F7-DE8919C06CAF}">
      <dgm:prSet/>
      <dgm:spPr/>
      <dgm:t>
        <a:bodyPr/>
        <a:lstStyle/>
        <a:p>
          <a:endParaRPr lang="en-US"/>
        </a:p>
      </dgm:t>
    </dgm:pt>
    <dgm:pt modelId="{7B983672-96DA-4A2A-BA23-BE2AB60787EF}" type="sibTrans" cxnId="{E616F5FB-1578-477A-B3F7-DE8919C06CAF}">
      <dgm:prSet/>
      <dgm:spPr/>
      <dgm:t>
        <a:bodyPr/>
        <a:lstStyle/>
        <a:p>
          <a:endParaRPr lang="en-US"/>
        </a:p>
      </dgm:t>
    </dgm:pt>
    <dgm:pt modelId="{D21D64F3-5F73-456F-82BB-4784D3EE75C6}">
      <dgm:prSet/>
      <dgm:spPr/>
      <dgm:t>
        <a:bodyPr/>
        <a:lstStyle/>
        <a:p>
          <a:r>
            <a:rPr lang="en-US" dirty="0" smtClean="0"/>
            <a:t>Decide approach</a:t>
          </a:r>
          <a:endParaRPr lang="en-US" dirty="0"/>
        </a:p>
      </dgm:t>
    </dgm:pt>
    <dgm:pt modelId="{5F66B563-8DD2-4FBF-AA81-AB7BE20C348A}" type="parTrans" cxnId="{4AC9A025-DDC4-49F3-A564-FE78BD07D573}">
      <dgm:prSet/>
      <dgm:spPr/>
      <dgm:t>
        <a:bodyPr/>
        <a:lstStyle/>
        <a:p>
          <a:endParaRPr lang="en-US"/>
        </a:p>
      </dgm:t>
    </dgm:pt>
    <dgm:pt modelId="{F15A9F55-0730-457C-A3F7-2814249E7D6E}" type="sibTrans" cxnId="{4AC9A025-DDC4-49F3-A564-FE78BD07D573}">
      <dgm:prSet/>
      <dgm:spPr/>
      <dgm:t>
        <a:bodyPr/>
        <a:lstStyle/>
        <a:p>
          <a:endParaRPr lang="en-US"/>
        </a:p>
      </dgm:t>
    </dgm:pt>
    <dgm:pt modelId="{AE046A03-8DF8-494E-A44A-D3DA24757496}">
      <dgm:prSet/>
      <dgm:spPr/>
      <dgm:t>
        <a:bodyPr/>
        <a:lstStyle/>
        <a:p>
          <a:r>
            <a:rPr lang="en-US" dirty="0" smtClean="0"/>
            <a:t>Test script creation</a:t>
          </a:r>
          <a:endParaRPr lang="en-US" dirty="0"/>
        </a:p>
      </dgm:t>
    </dgm:pt>
    <dgm:pt modelId="{8387B5CB-C575-4087-B141-ED602CE80708}" type="parTrans" cxnId="{8CC5507C-1A47-4261-BDEF-DFA0E98E612D}">
      <dgm:prSet/>
      <dgm:spPr/>
      <dgm:t>
        <a:bodyPr/>
        <a:lstStyle/>
        <a:p>
          <a:endParaRPr lang="en-US"/>
        </a:p>
      </dgm:t>
    </dgm:pt>
    <dgm:pt modelId="{502A50D9-5AEC-4ABD-9046-7081E723D5D4}" type="sibTrans" cxnId="{8CC5507C-1A47-4261-BDEF-DFA0E98E612D}">
      <dgm:prSet/>
      <dgm:spPr/>
      <dgm:t>
        <a:bodyPr/>
        <a:lstStyle/>
        <a:p>
          <a:endParaRPr lang="en-US"/>
        </a:p>
      </dgm:t>
    </dgm:pt>
    <dgm:pt modelId="{2FBC9CFD-EBF2-481C-87D5-D06C7C7FA8A5}">
      <dgm:prSet/>
      <dgm:spPr/>
      <dgm:t>
        <a:bodyPr/>
        <a:lstStyle/>
        <a:p>
          <a:r>
            <a:rPr lang="en-US" dirty="0" smtClean="0"/>
            <a:t>Defect logging </a:t>
          </a:r>
          <a:endParaRPr lang="en-US" dirty="0"/>
        </a:p>
      </dgm:t>
    </dgm:pt>
    <dgm:pt modelId="{FC82B3C5-810D-49EA-BE59-B987A0E626D5}" type="parTrans" cxnId="{89F6DA77-6019-4C9E-A5A9-011ECD10FCA1}">
      <dgm:prSet/>
      <dgm:spPr/>
      <dgm:t>
        <a:bodyPr/>
        <a:lstStyle/>
        <a:p>
          <a:endParaRPr lang="en-US"/>
        </a:p>
      </dgm:t>
    </dgm:pt>
    <dgm:pt modelId="{5FF0BF2D-6D14-4935-AEFD-ABEF7113CF45}" type="sibTrans" cxnId="{89F6DA77-6019-4C9E-A5A9-011ECD10FCA1}">
      <dgm:prSet/>
      <dgm:spPr/>
      <dgm:t>
        <a:bodyPr/>
        <a:lstStyle/>
        <a:p>
          <a:endParaRPr lang="en-US"/>
        </a:p>
      </dgm:t>
    </dgm:pt>
    <dgm:pt modelId="{B616B32D-DEF8-4A6C-8B73-3CD1F05FBA14}">
      <dgm:prSet/>
      <dgm:spPr/>
      <dgm:t>
        <a:bodyPr/>
        <a:lstStyle/>
        <a:p>
          <a:r>
            <a:rPr lang="en-US" dirty="0" smtClean="0"/>
            <a:t>Test script review</a:t>
          </a:r>
          <a:endParaRPr lang="en-US" dirty="0"/>
        </a:p>
      </dgm:t>
    </dgm:pt>
    <dgm:pt modelId="{E809237C-EB59-4B1D-AE14-4C2B64CF9DA1}" type="parTrans" cxnId="{AC0F5A5A-2B50-4FBF-A7E2-31CAF33F7ADB}">
      <dgm:prSet/>
      <dgm:spPr/>
      <dgm:t>
        <a:bodyPr/>
        <a:lstStyle/>
        <a:p>
          <a:endParaRPr lang="en-US"/>
        </a:p>
      </dgm:t>
    </dgm:pt>
    <dgm:pt modelId="{5522C3F5-318E-41C1-930C-7CEBD212653C}" type="sibTrans" cxnId="{AC0F5A5A-2B50-4FBF-A7E2-31CAF33F7ADB}">
      <dgm:prSet/>
      <dgm:spPr/>
      <dgm:t>
        <a:bodyPr/>
        <a:lstStyle/>
        <a:p>
          <a:endParaRPr lang="en-US"/>
        </a:p>
      </dgm:t>
    </dgm:pt>
    <dgm:pt modelId="{A8A7ACA7-1C2D-41DA-89A0-FBD0BAFD94FA}">
      <dgm:prSet/>
      <dgm:spPr/>
      <dgm:t>
        <a:bodyPr/>
        <a:lstStyle/>
        <a:p>
          <a:r>
            <a:rPr lang="en-US" dirty="0" smtClean="0"/>
            <a:t>Jenkins Integration</a:t>
          </a:r>
          <a:endParaRPr lang="en-US" dirty="0"/>
        </a:p>
      </dgm:t>
    </dgm:pt>
    <dgm:pt modelId="{14160EA9-8E24-4649-BB83-E0BC9627CE2B}" type="parTrans" cxnId="{DC33C70D-FE99-4BF3-A85F-053E46609A53}">
      <dgm:prSet/>
      <dgm:spPr/>
      <dgm:t>
        <a:bodyPr/>
        <a:lstStyle/>
        <a:p>
          <a:endParaRPr lang="en-US"/>
        </a:p>
      </dgm:t>
    </dgm:pt>
    <dgm:pt modelId="{85226470-A64A-47AC-8469-4C37FDD17761}" type="sibTrans" cxnId="{DC33C70D-FE99-4BF3-A85F-053E46609A53}">
      <dgm:prSet/>
      <dgm:spPr/>
      <dgm:t>
        <a:bodyPr/>
        <a:lstStyle/>
        <a:p>
          <a:endParaRPr lang="en-US"/>
        </a:p>
      </dgm:t>
    </dgm:pt>
    <dgm:pt modelId="{14AC584C-F219-46F2-926C-80D0382A0465}">
      <dgm:prSet/>
      <dgm:spPr/>
      <dgm:t>
        <a:bodyPr/>
        <a:lstStyle/>
        <a:p>
          <a:r>
            <a:rPr lang="en-US" dirty="0" smtClean="0"/>
            <a:t>Upload project to GIT</a:t>
          </a:r>
          <a:endParaRPr lang="en-US" dirty="0"/>
        </a:p>
      </dgm:t>
    </dgm:pt>
    <dgm:pt modelId="{D7D63137-276A-4116-8C49-6FB033B55125}" type="parTrans" cxnId="{AD04086B-AC13-4259-B908-6A329EA49560}">
      <dgm:prSet/>
      <dgm:spPr/>
      <dgm:t>
        <a:bodyPr/>
        <a:lstStyle/>
        <a:p>
          <a:endParaRPr lang="en-US"/>
        </a:p>
      </dgm:t>
    </dgm:pt>
    <dgm:pt modelId="{30898C3C-EC41-4C15-940A-CA14A5F6F316}" type="sibTrans" cxnId="{AD04086B-AC13-4259-B908-6A329EA49560}">
      <dgm:prSet/>
      <dgm:spPr/>
      <dgm:t>
        <a:bodyPr/>
        <a:lstStyle/>
        <a:p>
          <a:endParaRPr lang="en-US"/>
        </a:p>
      </dgm:t>
    </dgm:pt>
    <dgm:pt modelId="{22459D75-2224-4DAF-9996-8DF5A1B9789E}">
      <dgm:prSet/>
      <dgm:spPr/>
      <dgm:t>
        <a:bodyPr/>
        <a:lstStyle/>
        <a:p>
          <a:endParaRPr lang="en-US" dirty="0"/>
        </a:p>
      </dgm:t>
    </dgm:pt>
    <dgm:pt modelId="{08D4B994-CFA1-4C44-A2EC-F3B0F70677D1}" type="parTrans" cxnId="{5C2CCE49-2DAD-45C3-BC5D-D52E1E15B07F}">
      <dgm:prSet/>
      <dgm:spPr/>
      <dgm:t>
        <a:bodyPr/>
        <a:lstStyle/>
        <a:p>
          <a:endParaRPr lang="en-US"/>
        </a:p>
      </dgm:t>
    </dgm:pt>
    <dgm:pt modelId="{89A89447-96DA-4D39-BF17-41CFDEC0FF83}" type="sibTrans" cxnId="{5C2CCE49-2DAD-45C3-BC5D-D52E1E15B07F}">
      <dgm:prSet/>
      <dgm:spPr/>
      <dgm:t>
        <a:bodyPr/>
        <a:lstStyle/>
        <a:p>
          <a:endParaRPr lang="en-US"/>
        </a:p>
      </dgm:t>
    </dgm:pt>
    <dgm:pt modelId="{05147FD9-590C-4C8B-B13E-3CDBB62E9A80}">
      <dgm:prSet/>
      <dgm:spPr/>
      <dgm:t>
        <a:bodyPr/>
        <a:lstStyle/>
        <a:p>
          <a:r>
            <a:rPr lang="en-US" dirty="0" smtClean="0"/>
            <a:t>Configure Jenkins  to add </a:t>
          </a:r>
          <a:r>
            <a:rPr lang="en-US" dirty="0" err="1" smtClean="0"/>
            <a:t>SoapUI</a:t>
          </a:r>
          <a:r>
            <a:rPr lang="en-US" dirty="0" smtClean="0"/>
            <a:t> project</a:t>
          </a:r>
          <a:endParaRPr lang="en-US" dirty="0"/>
        </a:p>
      </dgm:t>
    </dgm:pt>
    <dgm:pt modelId="{EC9697C6-416F-4F66-BAF6-9DC5029EB42F}" type="parTrans" cxnId="{6874BAC0-8EAC-4A69-A806-7D96D1E4DA20}">
      <dgm:prSet/>
      <dgm:spPr/>
      <dgm:t>
        <a:bodyPr/>
        <a:lstStyle/>
        <a:p>
          <a:endParaRPr lang="en-US"/>
        </a:p>
      </dgm:t>
    </dgm:pt>
    <dgm:pt modelId="{9DC9F895-BA16-4106-86C2-206F42A0DD15}" type="sibTrans" cxnId="{6874BAC0-8EAC-4A69-A806-7D96D1E4DA20}">
      <dgm:prSet/>
      <dgm:spPr/>
      <dgm:t>
        <a:bodyPr/>
        <a:lstStyle/>
        <a:p>
          <a:endParaRPr lang="en-US"/>
        </a:p>
      </dgm:t>
    </dgm:pt>
    <dgm:pt modelId="{8D8084D5-6C04-4C42-997F-D94D17DBB27D}" type="pres">
      <dgm:prSet presAssocID="{3B3AECDD-9B70-4ADD-BF3F-3DECED5F3036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F1930A0-508B-4421-BDF5-C2C808CF0B24}" type="pres">
      <dgm:prSet presAssocID="{DA25419C-9900-49FC-B99E-0BBD3BBE639C}" presName="composite" presStyleCnt="0"/>
      <dgm:spPr/>
    </dgm:pt>
    <dgm:pt modelId="{A920C88A-6E9B-47BC-9D42-3219B6C12A1F}" type="pres">
      <dgm:prSet presAssocID="{DA25419C-9900-49FC-B99E-0BBD3BBE639C}" presName="parTx" presStyleLbl="node1" presStyleIdx="0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9F4F99D-9096-4048-8EAA-C644272FF96A}" type="pres">
      <dgm:prSet presAssocID="{DA25419C-9900-49FC-B99E-0BBD3BBE639C}" presName="parSh" presStyleLbl="node1" presStyleIdx="0" presStyleCnt="5"/>
      <dgm:spPr/>
      <dgm:t>
        <a:bodyPr/>
        <a:lstStyle/>
        <a:p>
          <a:endParaRPr lang="en-US"/>
        </a:p>
      </dgm:t>
    </dgm:pt>
    <dgm:pt modelId="{EF55D191-6184-4FC5-A1EE-EE40C3871CBC}" type="pres">
      <dgm:prSet presAssocID="{DA25419C-9900-49FC-B99E-0BBD3BBE639C}" presName="desTx" presStyleLbl="fgAcc1" presStyleIdx="0" presStyleCnt="5" custLinFactNeighborX="493" custLinFactNeighborY="1292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EA97A10-37C0-4B3C-8B4F-D8EC38CA2882}" type="pres">
      <dgm:prSet presAssocID="{719D2E3B-A19C-493D-B013-1C7D6772604E}" presName="sibTrans" presStyleLbl="sibTrans2D1" presStyleIdx="0" presStyleCnt="4"/>
      <dgm:spPr/>
      <dgm:t>
        <a:bodyPr/>
        <a:lstStyle/>
        <a:p>
          <a:endParaRPr lang="en-US"/>
        </a:p>
      </dgm:t>
    </dgm:pt>
    <dgm:pt modelId="{6E83EF37-88C0-4E86-AD33-614377689EC5}" type="pres">
      <dgm:prSet presAssocID="{719D2E3B-A19C-493D-B013-1C7D6772604E}" presName="connTx" presStyleLbl="sibTrans2D1" presStyleIdx="0" presStyleCnt="4"/>
      <dgm:spPr/>
      <dgm:t>
        <a:bodyPr/>
        <a:lstStyle/>
        <a:p>
          <a:endParaRPr lang="en-US"/>
        </a:p>
      </dgm:t>
    </dgm:pt>
    <dgm:pt modelId="{04B18259-B6A1-41C7-8B0A-E70E2643420E}" type="pres">
      <dgm:prSet presAssocID="{D0195D95-A8B0-4223-A9B1-4D7D0735CB46}" presName="composite" presStyleCnt="0"/>
      <dgm:spPr/>
    </dgm:pt>
    <dgm:pt modelId="{D03E017C-C02C-4DAF-A924-810D9BA6E304}" type="pres">
      <dgm:prSet presAssocID="{D0195D95-A8B0-4223-A9B1-4D7D0735CB46}" presName="parTx" presStyleLbl="node1" presStyleIdx="0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F6CABCE-7128-4164-A8E2-C63F200046FA}" type="pres">
      <dgm:prSet presAssocID="{D0195D95-A8B0-4223-A9B1-4D7D0735CB46}" presName="parSh" presStyleLbl="node1" presStyleIdx="1" presStyleCnt="5"/>
      <dgm:spPr/>
      <dgm:t>
        <a:bodyPr/>
        <a:lstStyle/>
        <a:p>
          <a:endParaRPr lang="en-US"/>
        </a:p>
      </dgm:t>
    </dgm:pt>
    <dgm:pt modelId="{E093AD6A-EB1C-42E4-A6AD-6B5D3AB2CC63}" type="pres">
      <dgm:prSet presAssocID="{D0195D95-A8B0-4223-A9B1-4D7D0735CB46}" presName="desTx" presStyleLbl="fgAcc1" presStyleIdx="1" presStyleCnt="5" custLinFactNeighborX="4062" custLinFactNeighborY="1292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5159039-9105-4BF5-B177-6D63781006F6}" type="pres">
      <dgm:prSet presAssocID="{098883A3-1860-4562-A781-77BDB6DC5F52}" presName="sibTrans" presStyleLbl="sibTrans2D1" presStyleIdx="1" presStyleCnt="4"/>
      <dgm:spPr/>
      <dgm:t>
        <a:bodyPr/>
        <a:lstStyle/>
        <a:p>
          <a:endParaRPr lang="en-US"/>
        </a:p>
      </dgm:t>
    </dgm:pt>
    <dgm:pt modelId="{B709AFF3-C4F8-4D88-8B85-8C0A8546EB73}" type="pres">
      <dgm:prSet presAssocID="{098883A3-1860-4562-A781-77BDB6DC5F52}" presName="connTx" presStyleLbl="sibTrans2D1" presStyleIdx="1" presStyleCnt="4"/>
      <dgm:spPr/>
      <dgm:t>
        <a:bodyPr/>
        <a:lstStyle/>
        <a:p>
          <a:endParaRPr lang="en-US"/>
        </a:p>
      </dgm:t>
    </dgm:pt>
    <dgm:pt modelId="{8E759E6B-4285-43A4-A9EA-66EB95BDFC3E}" type="pres">
      <dgm:prSet presAssocID="{71D5C382-F082-43A3-AC22-427B3420F1D5}" presName="composite" presStyleCnt="0"/>
      <dgm:spPr/>
    </dgm:pt>
    <dgm:pt modelId="{41DD8E0A-F40E-4347-ADEA-FC419355321F}" type="pres">
      <dgm:prSet presAssocID="{71D5C382-F082-43A3-AC22-427B3420F1D5}" presName="parTx" presStyleLbl="node1" presStyleIdx="1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CB245B8-E71E-4370-AE9C-0CF3AED65F8F}" type="pres">
      <dgm:prSet presAssocID="{71D5C382-F082-43A3-AC22-427B3420F1D5}" presName="parSh" presStyleLbl="node1" presStyleIdx="2" presStyleCnt="5"/>
      <dgm:spPr/>
      <dgm:t>
        <a:bodyPr/>
        <a:lstStyle/>
        <a:p>
          <a:endParaRPr lang="en-US"/>
        </a:p>
      </dgm:t>
    </dgm:pt>
    <dgm:pt modelId="{203FCB76-5C82-4F15-8888-F3D7D17BB17C}" type="pres">
      <dgm:prSet presAssocID="{71D5C382-F082-43A3-AC22-427B3420F1D5}" presName="desTx" presStyleLbl="fgAcc1" presStyleIdx="2" presStyleCnt="5" custLinFactNeighborX="492" custLinFactNeighborY="1292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5D261A3-6DF2-4950-BBD8-292B85683288}" type="pres">
      <dgm:prSet presAssocID="{D13C5DE2-BC4B-4680-8551-E3792EC5F1F9}" presName="sibTrans" presStyleLbl="sibTrans2D1" presStyleIdx="2" presStyleCnt="4"/>
      <dgm:spPr/>
      <dgm:t>
        <a:bodyPr/>
        <a:lstStyle/>
        <a:p>
          <a:endParaRPr lang="en-US"/>
        </a:p>
      </dgm:t>
    </dgm:pt>
    <dgm:pt modelId="{B18535AC-DC29-4C5D-BD8D-47BD41AADB95}" type="pres">
      <dgm:prSet presAssocID="{D13C5DE2-BC4B-4680-8551-E3792EC5F1F9}" presName="connTx" presStyleLbl="sibTrans2D1" presStyleIdx="2" presStyleCnt="4"/>
      <dgm:spPr/>
      <dgm:t>
        <a:bodyPr/>
        <a:lstStyle/>
        <a:p>
          <a:endParaRPr lang="en-US"/>
        </a:p>
      </dgm:t>
    </dgm:pt>
    <dgm:pt modelId="{3D03872D-ECBE-4D50-A190-81F86B44B082}" type="pres">
      <dgm:prSet presAssocID="{F66CD486-6FBF-40D4-8427-077AF610DA64}" presName="composite" presStyleCnt="0"/>
      <dgm:spPr/>
    </dgm:pt>
    <dgm:pt modelId="{D222CEBB-BFC9-4E18-88FA-FB748C6F70E8}" type="pres">
      <dgm:prSet presAssocID="{F66CD486-6FBF-40D4-8427-077AF610DA64}" presName="parTx" presStyleLbl="node1" presStyleIdx="2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32BE188-7E4D-4195-AD9C-A05F61FF2420}" type="pres">
      <dgm:prSet presAssocID="{F66CD486-6FBF-40D4-8427-077AF610DA64}" presName="parSh" presStyleLbl="node1" presStyleIdx="3" presStyleCnt="5"/>
      <dgm:spPr/>
      <dgm:t>
        <a:bodyPr/>
        <a:lstStyle/>
        <a:p>
          <a:endParaRPr lang="en-US"/>
        </a:p>
      </dgm:t>
    </dgm:pt>
    <dgm:pt modelId="{441E4CEF-5145-4409-B164-794DB0C3C344}" type="pres">
      <dgm:prSet presAssocID="{F66CD486-6FBF-40D4-8427-077AF610DA64}" presName="desTx" presStyleLbl="fgAcc1" presStyleIdx="3" presStyleCnt="5" custLinFactNeighborX="-3078" custLinFactNeighborY="1292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2828E70-1EE4-4280-9567-3AE170445E09}" type="pres">
      <dgm:prSet presAssocID="{BA581825-A578-4554-A6A4-153CBB793BE5}" presName="sibTrans" presStyleLbl="sibTrans2D1" presStyleIdx="3" presStyleCnt="4"/>
      <dgm:spPr/>
      <dgm:t>
        <a:bodyPr/>
        <a:lstStyle/>
        <a:p>
          <a:endParaRPr lang="en-US"/>
        </a:p>
      </dgm:t>
    </dgm:pt>
    <dgm:pt modelId="{73AACA66-0DF7-4744-846C-038F1973CF2F}" type="pres">
      <dgm:prSet presAssocID="{BA581825-A578-4554-A6A4-153CBB793BE5}" presName="connTx" presStyleLbl="sibTrans2D1" presStyleIdx="3" presStyleCnt="4"/>
      <dgm:spPr/>
      <dgm:t>
        <a:bodyPr/>
        <a:lstStyle/>
        <a:p>
          <a:endParaRPr lang="en-US"/>
        </a:p>
      </dgm:t>
    </dgm:pt>
    <dgm:pt modelId="{84D66883-E579-461B-97AC-B78773CB9B2D}" type="pres">
      <dgm:prSet presAssocID="{A8A7ACA7-1C2D-41DA-89A0-FBD0BAFD94FA}" presName="composite" presStyleCnt="0"/>
      <dgm:spPr/>
    </dgm:pt>
    <dgm:pt modelId="{25F8C9BF-3C2B-4947-998E-81A6C7A8F9C1}" type="pres">
      <dgm:prSet presAssocID="{A8A7ACA7-1C2D-41DA-89A0-FBD0BAFD94FA}" presName="parTx" presStyleLbl="node1" presStyleIdx="3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0F2425B-25B3-4179-8D6F-DDFD0574E246}" type="pres">
      <dgm:prSet presAssocID="{A8A7ACA7-1C2D-41DA-89A0-FBD0BAFD94FA}" presName="parSh" presStyleLbl="node1" presStyleIdx="4" presStyleCnt="5"/>
      <dgm:spPr/>
      <dgm:t>
        <a:bodyPr/>
        <a:lstStyle/>
        <a:p>
          <a:endParaRPr lang="en-US"/>
        </a:p>
      </dgm:t>
    </dgm:pt>
    <dgm:pt modelId="{FD3F1D45-BF27-4ACA-9852-664382D7F2E7}" type="pres">
      <dgm:prSet presAssocID="{A8A7ACA7-1C2D-41DA-89A0-FBD0BAFD94FA}" presName="desTx" presStyleLbl="fgAcc1" presStyleIdx="4" presStyleCnt="5" custLinFactNeighborX="7630" custLinFactNeighborY="1292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556EA6B-B6AB-4069-AC0A-DA0273616E7C}" type="presOf" srcId="{BD2092C7-00FE-47B2-8FCC-13374A1829CE}" destId="{EF55D191-6184-4FC5-A1EE-EE40C3871CBC}" srcOrd="0" destOrd="1" presId="urn:microsoft.com/office/officeart/2005/8/layout/process3"/>
    <dgm:cxn modelId="{D8B2A137-A14F-48DD-818A-0FF53A992AF7}" type="presOf" srcId="{229EDA92-D604-4AB8-9268-EDD41DC60F4F}" destId="{E093AD6A-EB1C-42E4-A6AD-6B5D3AB2CC63}" srcOrd="0" destOrd="1" presId="urn:microsoft.com/office/officeart/2005/8/layout/process3"/>
    <dgm:cxn modelId="{22D024C6-6FD3-4F30-8D50-8C2D19B905FA}" type="presOf" srcId="{3B3AECDD-9B70-4ADD-BF3F-3DECED5F3036}" destId="{8D8084D5-6C04-4C42-997F-D94D17DBB27D}" srcOrd="0" destOrd="0" presId="urn:microsoft.com/office/officeart/2005/8/layout/process3"/>
    <dgm:cxn modelId="{F75BDBF7-2AEB-417A-A358-B60E66247C42}" srcId="{D0195D95-A8B0-4223-A9B1-4D7D0735CB46}" destId="{229EDA92-D604-4AB8-9268-EDD41DC60F4F}" srcOrd="1" destOrd="0" parTransId="{66E23FEE-9E6F-4C7A-B17E-F12E03DEE9E2}" sibTransId="{E199D720-6E76-4BE2-BCC0-FB8BD90F7DF5}"/>
    <dgm:cxn modelId="{F9E82746-301C-4B5B-ABE1-C0D4832D7AD3}" srcId="{3B3AECDD-9B70-4ADD-BF3F-3DECED5F3036}" destId="{D0195D95-A8B0-4223-A9B1-4D7D0735CB46}" srcOrd="1" destOrd="0" parTransId="{CA33E123-073E-4A97-A62D-27575C8E7F70}" sibTransId="{098883A3-1860-4562-A781-77BDB6DC5F52}"/>
    <dgm:cxn modelId="{D27C7CC7-72F4-4D5E-9BA3-DFD6A1E7B80C}" type="presOf" srcId="{4404E45C-076A-44BF-895D-344C3DEFED2E}" destId="{203FCB76-5C82-4F15-8888-F3D7D17BB17C}" srcOrd="0" destOrd="0" presId="urn:microsoft.com/office/officeart/2005/8/layout/process3"/>
    <dgm:cxn modelId="{593A9349-9078-4453-8364-AAA3C249FF7C}" type="presOf" srcId="{D0195D95-A8B0-4223-A9B1-4D7D0735CB46}" destId="{D03E017C-C02C-4DAF-A924-810D9BA6E304}" srcOrd="0" destOrd="0" presId="urn:microsoft.com/office/officeart/2005/8/layout/process3"/>
    <dgm:cxn modelId="{AC0F5A5A-2B50-4FBF-A7E2-31CAF33F7ADB}" srcId="{F66CD486-6FBF-40D4-8427-077AF610DA64}" destId="{B616B32D-DEF8-4A6C-8B73-3CD1F05FBA14}" srcOrd="3" destOrd="0" parTransId="{E809237C-EB59-4B1D-AE14-4C2B64CF9DA1}" sibTransId="{5522C3F5-318E-41C1-930C-7CEBD212653C}"/>
    <dgm:cxn modelId="{AD04086B-AC13-4259-B908-6A329EA49560}" srcId="{A8A7ACA7-1C2D-41DA-89A0-FBD0BAFD94FA}" destId="{14AC584C-F219-46F2-926C-80D0382A0465}" srcOrd="0" destOrd="0" parTransId="{D7D63137-276A-4116-8C49-6FB033B55125}" sibTransId="{30898C3C-EC41-4C15-940A-CA14A5F6F316}"/>
    <dgm:cxn modelId="{8F6D13D5-2365-466F-8BAF-9CD2B2AFCFCD}" type="presOf" srcId="{14AC584C-F219-46F2-926C-80D0382A0465}" destId="{FD3F1D45-BF27-4ACA-9852-664382D7F2E7}" srcOrd="0" destOrd="0" presId="urn:microsoft.com/office/officeart/2005/8/layout/process3"/>
    <dgm:cxn modelId="{4AC9A025-DDC4-49F3-A564-FE78BD07D573}" srcId="{F66CD486-6FBF-40D4-8427-077AF610DA64}" destId="{D21D64F3-5F73-456F-82BB-4784D3EE75C6}" srcOrd="0" destOrd="0" parTransId="{5F66B563-8DD2-4FBF-AA81-AB7BE20C348A}" sibTransId="{F15A9F55-0730-457C-A3F7-2814249E7D6E}"/>
    <dgm:cxn modelId="{1E357E52-D7D4-4485-88B4-0687C4414A0B}" type="presOf" srcId="{D0195D95-A8B0-4223-A9B1-4D7D0735CB46}" destId="{BF6CABCE-7128-4164-A8E2-C63F200046FA}" srcOrd="1" destOrd="0" presId="urn:microsoft.com/office/officeart/2005/8/layout/process3"/>
    <dgm:cxn modelId="{C3997772-61C1-49E6-91B6-98FDC189535F}" type="presOf" srcId="{DA25419C-9900-49FC-B99E-0BBD3BBE639C}" destId="{19F4F99D-9096-4048-8EAA-C644272FF96A}" srcOrd="1" destOrd="0" presId="urn:microsoft.com/office/officeart/2005/8/layout/process3"/>
    <dgm:cxn modelId="{38EFFFDD-6351-4E2B-B107-739DCB06E4E8}" type="presOf" srcId="{71D5C382-F082-43A3-AC22-427B3420F1D5}" destId="{0CB245B8-E71E-4370-AE9C-0CF3AED65F8F}" srcOrd="1" destOrd="0" presId="urn:microsoft.com/office/officeart/2005/8/layout/process3"/>
    <dgm:cxn modelId="{308B126A-61E6-4155-9289-DABFE6A45C07}" srcId="{71D5C382-F082-43A3-AC22-427B3420F1D5}" destId="{45BFA82C-20F8-4CEE-AE83-5BAD5330BEB6}" srcOrd="2" destOrd="0" parTransId="{EA8D8105-95B7-428F-96FE-9487B28D42F5}" sibTransId="{92867987-96E2-4F85-823C-989D9B93400C}"/>
    <dgm:cxn modelId="{4FE8A598-B1BE-4B30-8596-D795703E0DE0}" type="presOf" srcId="{F5733975-3EFD-41F4-A37C-4C9CA1456CDC}" destId="{E093AD6A-EB1C-42E4-A6AD-6B5D3AB2CC63}" srcOrd="0" destOrd="0" presId="urn:microsoft.com/office/officeart/2005/8/layout/process3"/>
    <dgm:cxn modelId="{9FEE0887-914B-47BC-B50A-0805D2545FD3}" srcId="{D0195D95-A8B0-4223-A9B1-4D7D0735CB46}" destId="{F5733975-3EFD-41F4-A37C-4C9CA1456CDC}" srcOrd="0" destOrd="0" parTransId="{D4B6DA1E-ED49-4B68-BF4F-D062B8C3297E}" sibTransId="{BF76EA01-DD23-449A-9FE3-F6A0B26F6F01}"/>
    <dgm:cxn modelId="{2E2ACAC6-4F42-4A6E-B6A5-7919DCF12679}" type="presOf" srcId="{719D2E3B-A19C-493D-B013-1C7D6772604E}" destId="{6E83EF37-88C0-4E86-AD33-614377689EC5}" srcOrd="1" destOrd="0" presId="urn:microsoft.com/office/officeart/2005/8/layout/process3"/>
    <dgm:cxn modelId="{35AD3DB3-CC47-4236-BAEE-C21150E7303C}" type="presOf" srcId="{71D5C382-F082-43A3-AC22-427B3420F1D5}" destId="{41DD8E0A-F40E-4347-ADEA-FC419355321F}" srcOrd="0" destOrd="0" presId="urn:microsoft.com/office/officeart/2005/8/layout/process3"/>
    <dgm:cxn modelId="{DC33C70D-FE99-4BF3-A85F-053E46609A53}" srcId="{3B3AECDD-9B70-4ADD-BF3F-3DECED5F3036}" destId="{A8A7ACA7-1C2D-41DA-89A0-FBD0BAFD94FA}" srcOrd="4" destOrd="0" parTransId="{14160EA9-8E24-4649-BB83-E0BC9627CE2B}" sibTransId="{85226470-A64A-47AC-8469-4C37FDD17761}"/>
    <dgm:cxn modelId="{F5E55938-F67E-41F9-816F-DF5E66F8E098}" type="presOf" srcId="{FF122020-388E-422D-9433-148597CB7A0A}" destId="{203FCB76-5C82-4F15-8888-F3D7D17BB17C}" srcOrd="0" destOrd="3" presId="urn:microsoft.com/office/officeart/2005/8/layout/process3"/>
    <dgm:cxn modelId="{A9E86E75-FD19-44B8-A0CC-A63AB355DE80}" srcId="{DA25419C-9900-49FC-B99E-0BBD3BBE639C}" destId="{BD2092C7-00FE-47B2-8FCC-13374A1829CE}" srcOrd="1" destOrd="0" parTransId="{D09385D0-855A-4CA7-8DB5-CB9485A476E5}" sibTransId="{168EF490-65B4-4D02-850F-38657379BE6C}"/>
    <dgm:cxn modelId="{816C11F8-E894-49C7-941E-6A8A589DB16A}" type="presOf" srcId="{DA25419C-9900-49FC-B99E-0BBD3BBE639C}" destId="{A920C88A-6E9B-47BC-9D42-3219B6C12A1F}" srcOrd="0" destOrd="0" presId="urn:microsoft.com/office/officeart/2005/8/layout/process3"/>
    <dgm:cxn modelId="{D2656B09-8340-4466-9F71-15460BE7358D}" type="presOf" srcId="{D21D64F3-5F73-456F-82BB-4784D3EE75C6}" destId="{441E4CEF-5145-4409-B164-794DB0C3C344}" srcOrd="0" destOrd="0" presId="urn:microsoft.com/office/officeart/2005/8/layout/process3"/>
    <dgm:cxn modelId="{9DB54850-D92A-4EF2-8B68-3D476FC02141}" type="presOf" srcId="{221F54CC-A225-4077-A1FB-9CE8CCA241C6}" destId="{203FCB76-5C82-4F15-8888-F3D7D17BB17C}" srcOrd="0" destOrd="1" presId="urn:microsoft.com/office/officeart/2005/8/layout/process3"/>
    <dgm:cxn modelId="{4A7C4E1A-5952-4E19-AB8C-7CE15F7E5DB1}" type="presOf" srcId="{719D2E3B-A19C-493D-B013-1C7D6772604E}" destId="{4EA97A10-37C0-4B3C-8B4F-D8EC38CA2882}" srcOrd="0" destOrd="0" presId="urn:microsoft.com/office/officeart/2005/8/layout/process3"/>
    <dgm:cxn modelId="{89F6DA77-6019-4C9E-A5A9-011ECD10FCA1}" srcId="{F66CD486-6FBF-40D4-8427-077AF610DA64}" destId="{2FBC9CFD-EBF2-481C-87D5-D06C7C7FA8A5}" srcOrd="2" destOrd="0" parTransId="{FC82B3C5-810D-49EA-BE59-B987A0E626D5}" sibTransId="{5FF0BF2D-6D14-4935-AEFD-ABEF7113CF45}"/>
    <dgm:cxn modelId="{6610055F-E174-4C63-8C02-930B7067AEF5}" type="presOf" srcId="{F66CD486-6FBF-40D4-8427-077AF610DA64}" destId="{C32BE188-7E4D-4195-AD9C-A05F61FF2420}" srcOrd="1" destOrd="0" presId="urn:microsoft.com/office/officeart/2005/8/layout/process3"/>
    <dgm:cxn modelId="{670065AA-0D34-4E79-8993-83312DF18ADE}" type="presOf" srcId="{D13C5DE2-BC4B-4680-8551-E3792EC5F1F9}" destId="{B18535AC-DC29-4C5D-BD8D-47BD41AADB95}" srcOrd="1" destOrd="0" presId="urn:microsoft.com/office/officeart/2005/8/layout/process3"/>
    <dgm:cxn modelId="{AFACD16B-FED3-4F2D-BF1D-1BBBAFB2DF64}" type="presOf" srcId="{B616B32D-DEF8-4A6C-8B73-3CD1F05FBA14}" destId="{441E4CEF-5145-4409-B164-794DB0C3C344}" srcOrd="0" destOrd="3" presId="urn:microsoft.com/office/officeart/2005/8/layout/process3"/>
    <dgm:cxn modelId="{E5ADAFB2-B090-47C0-B961-B558914BA6BE}" type="presOf" srcId="{D54265C3-B419-4D00-AB5D-621C4D72FF65}" destId="{EF55D191-6184-4FC5-A1EE-EE40C3871CBC}" srcOrd="0" destOrd="0" presId="urn:microsoft.com/office/officeart/2005/8/layout/process3"/>
    <dgm:cxn modelId="{848918FA-6A37-492E-BAAD-9248210E21A2}" type="presOf" srcId="{098883A3-1860-4562-A781-77BDB6DC5F52}" destId="{E5159039-9105-4BF5-B177-6D63781006F6}" srcOrd="0" destOrd="0" presId="urn:microsoft.com/office/officeart/2005/8/layout/process3"/>
    <dgm:cxn modelId="{194BBC0B-8DA8-4E4B-9BD5-718E859EA5FA}" type="presOf" srcId="{A8A7ACA7-1C2D-41DA-89A0-FBD0BAFD94FA}" destId="{25F8C9BF-3C2B-4947-998E-81A6C7A8F9C1}" srcOrd="0" destOrd="0" presId="urn:microsoft.com/office/officeart/2005/8/layout/process3"/>
    <dgm:cxn modelId="{E7BB1321-761C-4AB9-970F-FA80D3CE935E}" type="presOf" srcId="{F66CD486-6FBF-40D4-8427-077AF610DA64}" destId="{D222CEBB-BFC9-4E18-88FA-FB748C6F70E8}" srcOrd="0" destOrd="0" presId="urn:microsoft.com/office/officeart/2005/8/layout/process3"/>
    <dgm:cxn modelId="{3782BAC7-955F-4AE1-BFBF-61FA987F69A7}" srcId="{DA25419C-9900-49FC-B99E-0BBD3BBE639C}" destId="{D54265C3-B419-4D00-AB5D-621C4D72FF65}" srcOrd="0" destOrd="0" parTransId="{35842014-7594-4221-9E36-A7C00B8FCBE1}" sibTransId="{26877E0F-554B-447D-BE91-82D946E0CA76}"/>
    <dgm:cxn modelId="{FC7963FE-BA73-4C7B-9FE8-B112000C7B8F}" type="presOf" srcId="{A8A7ACA7-1C2D-41DA-89A0-FBD0BAFD94FA}" destId="{60F2425B-25B3-4179-8D6F-DDFD0574E246}" srcOrd="1" destOrd="0" presId="urn:microsoft.com/office/officeart/2005/8/layout/process3"/>
    <dgm:cxn modelId="{7BDA88BD-F6ED-47A7-8CC5-49B775402718}" srcId="{3B3AECDD-9B70-4ADD-BF3F-3DECED5F3036}" destId="{71D5C382-F082-43A3-AC22-427B3420F1D5}" srcOrd="2" destOrd="0" parTransId="{A9FCF9EC-287E-44D3-9FDA-484DDD788BE4}" sibTransId="{D13C5DE2-BC4B-4680-8551-E3792EC5F1F9}"/>
    <dgm:cxn modelId="{F4B58151-0562-4017-8DF5-D384D4E7D64E}" type="presOf" srcId="{22459D75-2224-4DAF-9996-8DF5A1B9789E}" destId="{FD3F1D45-BF27-4ACA-9852-664382D7F2E7}" srcOrd="0" destOrd="2" presId="urn:microsoft.com/office/officeart/2005/8/layout/process3"/>
    <dgm:cxn modelId="{17F10A15-03B7-46BE-9480-2DCCA8A4111A}" srcId="{3B3AECDD-9B70-4ADD-BF3F-3DECED5F3036}" destId="{F66CD486-6FBF-40D4-8427-077AF610DA64}" srcOrd="3" destOrd="0" parTransId="{F39AD2EE-31F9-494C-B89D-7D8E5EB8F131}" sibTransId="{BA581825-A578-4554-A6A4-153CBB793BE5}"/>
    <dgm:cxn modelId="{67EF5D50-4765-4545-935D-576055DCDC08}" type="presOf" srcId="{098883A3-1860-4562-A781-77BDB6DC5F52}" destId="{B709AFF3-C4F8-4D88-8B85-8C0A8546EB73}" srcOrd="1" destOrd="0" presId="urn:microsoft.com/office/officeart/2005/8/layout/process3"/>
    <dgm:cxn modelId="{5C2CCE49-2DAD-45C3-BC5D-D52E1E15B07F}" srcId="{A8A7ACA7-1C2D-41DA-89A0-FBD0BAFD94FA}" destId="{22459D75-2224-4DAF-9996-8DF5A1B9789E}" srcOrd="2" destOrd="0" parTransId="{08D4B994-CFA1-4C44-A2EC-F3B0F70677D1}" sibTransId="{89A89447-96DA-4D39-BF17-41CFDEC0FF83}"/>
    <dgm:cxn modelId="{E616F5FB-1578-477A-B3F7-DE8919C06CAF}" srcId="{71D5C382-F082-43A3-AC22-427B3420F1D5}" destId="{FF122020-388E-422D-9433-148597CB7A0A}" srcOrd="3" destOrd="0" parTransId="{C4C39BCA-5926-4096-83F1-0EFA9B63A749}" sibTransId="{7B983672-96DA-4A2A-BA23-BE2AB60787EF}"/>
    <dgm:cxn modelId="{58A650A6-2A0A-4AD2-9208-D1416F4CB7D6}" srcId="{3B3AECDD-9B70-4ADD-BF3F-3DECED5F3036}" destId="{DA25419C-9900-49FC-B99E-0BBD3BBE639C}" srcOrd="0" destOrd="0" parTransId="{9CA0DE41-4762-4A31-A743-FB76F6DA0018}" sibTransId="{719D2E3B-A19C-493D-B013-1C7D6772604E}"/>
    <dgm:cxn modelId="{24304F49-EA90-469B-8F59-4811D51D1C17}" type="presOf" srcId="{05147FD9-590C-4C8B-B13E-3CDBB62E9A80}" destId="{FD3F1D45-BF27-4ACA-9852-664382D7F2E7}" srcOrd="0" destOrd="1" presId="urn:microsoft.com/office/officeart/2005/8/layout/process3"/>
    <dgm:cxn modelId="{039F2268-3BB1-4858-BEA5-E1DAD4E524D6}" type="presOf" srcId="{D13C5DE2-BC4B-4680-8551-E3792EC5F1F9}" destId="{B5D261A3-6DF2-4950-BBD8-292B85683288}" srcOrd="0" destOrd="0" presId="urn:microsoft.com/office/officeart/2005/8/layout/process3"/>
    <dgm:cxn modelId="{D513673E-44B0-4A92-AA3E-244BDFB9F3F3}" srcId="{71D5C382-F082-43A3-AC22-427B3420F1D5}" destId="{4404E45C-076A-44BF-895D-344C3DEFED2E}" srcOrd="0" destOrd="0" parTransId="{8D3D4F5B-8E37-495F-8ACF-05FD63D17D78}" sibTransId="{441AE4B9-D233-4F14-837D-D92AE5CFF450}"/>
    <dgm:cxn modelId="{473D59DC-32AC-4FE8-BBF7-2CBD1F2ED9F5}" type="presOf" srcId="{2FBC9CFD-EBF2-481C-87D5-D06C7C7FA8A5}" destId="{441E4CEF-5145-4409-B164-794DB0C3C344}" srcOrd="0" destOrd="2" presId="urn:microsoft.com/office/officeart/2005/8/layout/process3"/>
    <dgm:cxn modelId="{6A3D88EE-A23D-4E14-AC35-230B7EE1A414}" type="presOf" srcId="{BA581825-A578-4554-A6A4-153CBB793BE5}" destId="{73AACA66-0DF7-4744-846C-038F1973CF2F}" srcOrd="1" destOrd="0" presId="urn:microsoft.com/office/officeart/2005/8/layout/process3"/>
    <dgm:cxn modelId="{8CC5507C-1A47-4261-BDEF-DFA0E98E612D}" srcId="{F66CD486-6FBF-40D4-8427-077AF610DA64}" destId="{AE046A03-8DF8-494E-A44A-D3DA24757496}" srcOrd="1" destOrd="0" parTransId="{8387B5CB-C575-4087-B141-ED602CE80708}" sibTransId="{502A50D9-5AEC-4ABD-9046-7081E723D5D4}"/>
    <dgm:cxn modelId="{5AB38A4E-2C07-4572-B547-61EF805324B0}" type="presOf" srcId="{BA581825-A578-4554-A6A4-153CBB793BE5}" destId="{42828E70-1EE4-4280-9567-3AE170445E09}" srcOrd="0" destOrd="0" presId="urn:microsoft.com/office/officeart/2005/8/layout/process3"/>
    <dgm:cxn modelId="{6874BAC0-8EAC-4A69-A806-7D96D1E4DA20}" srcId="{A8A7ACA7-1C2D-41DA-89A0-FBD0BAFD94FA}" destId="{05147FD9-590C-4C8B-B13E-3CDBB62E9A80}" srcOrd="1" destOrd="0" parTransId="{EC9697C6-416F-4F66-BAF6-9DC5029EB42F}" sibTransId="{9DC9F895-BA16-4106-86C2-206F42A0DD15}"/>
    <dgm:cxn modelId="{85F4BA48-75A1-4E5E-9354-719C98C3957C}" srcId="{71D5C382-F082-43A3-AC22-427B3420F1D5}" destId="{221F54CC-A225-4077-A1FB-9CE8CCA241C6}" srcOrd="1" destOrd="0" parTransId="{978EB720-6C8C-4D6C-9A61-6FC03C9EF6EE}" sibTransId="{CD099ACA-4DD7-427B-80BC-B6261E550898}"/>
    <dgm:cxn modelId="{29630CF4-B16F-4497-BFE3-52CF0305CE0B}" type="presOf" srcId="{45BFA82C-20F8-4CEE-AE83-5BAD5330BEB6}" destId="{203FCB76-5C82-4F15-8888-F3D7D17BB17C}" srcOrd="0" destOrd="2" presId="urn:microsoft.com/office/officeart/2005/8/layout/process3"/>
    <dgm:cxn modelId="{8E7250BE-2079-4253-8F45-64DDE54F729E}" type="presOf" srcId="{AE046A03-8DF8-494E-A44A-D3DA24757496}" destId="{441E4CEF-5145-4409-B164-794DB0C3C344}" srcOrd="0" destOrd="1" presId="urn:microsoft.com/office/officeart/2005/8/layout/process3"/>
    <dgm:cxn modelId="{646DC60D-D4A9-4E43-98BE-11D63C7A67FA}" type="presParOf" srcId="{8D8084D5-6C04-4C42-997F-D94D17DBB27D}" destId="{2F1930A0-508B-4421-BDF5-C2C808CF0B24}" srcOrd="0" destOrd="0" presId="urn:microsoft.com/office/officeart/2005/8/layout/process3"/>
    <dgm:cxn modelId="{9BB9F2E7-B57B-40A1-AF8A-5F6A5CE39310}" type="presParOf" srcId="{2F1930A0-508B-4421-BDF5-C2C808CF0B24}" destId="{A920C88A-6E9B-47BC-9D42-3219B6C12A1F}" srcOrd="0" destOrd="0" presId="urn:microsoft.com/office/officeart/2005/8/layout/process3"/>
    <dgm:cxn modelId="{7188E26F-0B3D-42E6-9681-4B70B6C761F9}" type="presParOf" srcId="{2F1930A0-508B-4421-BDF5-C2C808CF0B24}" destId="{19F4F99D-9096-4048-8EAA-C644272FF96A}" srcOrd="1" destOrd="0" presId="urn:microsoft.com/office/officeart/2005/8/layout/process3"/>
    <dgm:cxn modelId="{8E9610C7-1C01-4C71-AC7A-F332D0497BF0}" type="presParOf" srcId="{2F1930A0-508B-4421-BDF5-C2C808CF0B24}" destId="{EF55D191-6184-4FC5-A1EE-EE40C3871CBC}" srcOrd="2" destOrd="0" presId="urn:microsoft.com/office/officeart/2005/8/layout/process3"/>
    <dgm:cxn modelId="{9119F7F6-856B-4B01-9BC6-2B2FF5688CD0}" type="presParOf" srcId="{8D8084D5-6C04-4C42-997F-D94D17DBB27D}" destId="{4EA97A10-37C0-4B3C-8B4F-D8EC38CA2882}" srcOrd="1" destOrd="0" presId="urn:microsoft.com/office/officeart/2005/8/layout/process3"/>
    <dgm:cxn modelId="{FAB318E6-0CE2-43EC-83F7-DA7BE0AA90A6}" type="presParOf" srcId="{4EA97A10-37C0-4B3C-8B4F-D8EC38CA2882}" destId="{6E83EF37-88C0-4E86-AD33-614377689EC5}" srcOrd="0" destOrd="0" presId="urn:microsoft.com/office/officeart/2005/8/layout/process3"/>
    <dgm:cxn modelId="{FF600662-B778-4613-AD90-9AEB9F0BD768}" type="presParOf" srcId="{8D8084D5-6C04-4C42-997F-D94D17DBB27D}" destId="{04B18259-B6A1-41C7-8B0A-E70E2643420E}" srcOrd="2" destOrd="0" presId="urn:microsoft.com/office/officeart/2005/8/layout/process3"/>
    <dgm:cxn modelId="{75A5CC3B-7D51-4278-8F9B-DEDFD2D09799}" type="presParOf" srcId="{04B18259-B6A1-41C7-8B0A-E70E2643420E}" destId="{D03E017C-C02C-4DAF-A924-810D9BA6E304}" srcOrd="0" destOrd="0" presId="urn:microsoft.com/office/officeart/2005/8/layout/process3"/>
    <dgm:cxn modelId="{D9C916E1-7788-415B-87E8-D3083FA87B8D}" type="presParOf" srcId="{04B18259-B6A1-41C7-8B0A-E70E2643420E}" destId="{BF6CABCE-7128-4164-A8E2-C63F200046FA}" srcOrd="1" destOrd="0" presId="urn:microsoft.com/office/officeart/2005/8/layout/process3"/>
    <dgm:cxn modelId="{B64C9707-BD2C-4C74-93A6-8F6EC4872F93}" type="presParOf" srcId="{04B18259-B6A1-41C7-8B0A-E70E2643420E}" destId="{E093AD6A-EB1C-42E4-A6AD-6B5D3AB2CC63}" srcOrd="2" destOrd="0" presId="urn:microsoft.com/office/officeart/2005/8/layout/process3"/>
    <dgm:cxn modelId="{A740579C-F0F5-4A21-A0B9-DCD45C077AE5}" type="presParOf" srcId="{8D8084D5-6C04-4C42-997F-D94D17DBB27D}" destId="{E5159039-9105-4BF5-B177-6D63781006F6}" srcOrd="3" destOrd="0" presId="urn:microsoft.com/office/officeart/2005/8/layout/process3"/>
    <dgm:cxn modelId="{FBA9E83E-7CC1-4D17-88BD-DC547F645BF4}" type="presParOf" srcId="{E5159039-9105-4BF5-B177-6D63781006F6}" destId="{B709AFF3-C4F8-4D88-8B85-8C0A8546EB73}" srcOrd="0" destOrd="0" presId="urn:microsoft.com/office/officeart/2005/8/layout/process3"/>
    <dgm:cxn modelId="{E4F6CD0D-CF24-43E7-9948-696E9816D9F4}" type="presParOf" srcId="{8D8084D5-6C04-4C42-997F-D94D17DBB27D}" destId="{8E759E6B-4285-43A4-A9EA-66EB95BDFC3E}" srcOrd="4" destOrd="0" presId="urn:microsoft.com/office/officeart/2005/8/layout/process3"/>
    <dgm:cxn modelId="{810EE338-B8C2-4B3A-9BF2-07FADAE8951A}" type="presParOf" srcId="{8E759E6B-4285-43A4-A9EA-66EB95BDFC3E}" destId="{41DD8E0A-F40E-4347-ADEA-FC419355321F}" srcOrd="0" destOrd="0" presId="urn:microsoft.com/office/officeart/2005/8/layout/process3"/>
    <dgm:cxn modelId="{049FC0BA-0425-4F90-B97D-E7E7B7332B86}" type="presParOf" srcId="{8E759E6B-4285-43A4-A9EA-66EB95BDFC3E}" destId="{0CB245B8-E71E-4370-AE9C-0CF3AED65F8F}" srcOrd="1" destOrd="0" presId="urn:microsoft.com/office/officeart/2005/8/layout/process3"/>
    <dgm:cxn modelId="{49C1E2E8-A79F-48F8-A890-50688F2A7AE0}" type="presParOf" srcId="{8E759E6B-4285-43A4-A9EA-66EB95BDFC3E}" destId="{203FCB76-5C82-4F15-8888-F3D7D17BB17C}" srcOrd="2" destOrd="0" presId="urn:microsoft.com/office/officeart/2005/8/layout/process3"/>
    <dgm:cxn modelId="{F8D4AA00-E9AB-4C37-9F96-769658632B1B}" type="presParOf" srcId="{8D8084D5-6C04-4C42-997F-D94D17DBB27D}" destId="{B5D261A3-6DF2-4950-BBD8-292B85683288}" srcOrd="5" destOrd="0" presId="urn:microsoft.com/office/officeart/2005/8/layout/process3"/>
    <dgm:cxn modelId="{01E1075D-9722-447C-879E-3F318C18ADC4}" type="presParOf" srcId="{B5D261A3-6DF2-4950-BBD8-292B85683288}" destId="{B18535AC-DC29-4C5D-BD8D-47BD41AADB95}" srcOrd="0" destOrd="0" presId="urn:microsoft.com/office/officeart/2005/8/layout/process3"/>
    <dgm:cxn modelId="{26F471F2-BAC6-4D06-8657-505B450E9A31}" type="presParOf" srcId="{8D8084D5-6C04-4C42-997F-D94D17DBB27D}" destId="{3D03872D-ECBE-4D50-A190-81F86B44B082}" srcOrd="6" destOrd="0" presId="urn:microsoft.com/office/officeart/2005/8/layout/process3"/>
    <dgm:cxn modelId="{0C4BD192-7FB0-4AF0-9402-7B695BE46E00}" type="presParOf" srcId="{3D03872D-ECBE-4D50-A190-81F86B44B082}" destId="{D222CEBB-BFC9-4E18-88FA-FB748C6F70E8}" srcOrd="0" destOrd="0" presId="urn:microsoft.com/office/officeart/2005/8/layout/process3"/>
    <dgm:cxn modelId="{89F59E3C-4FCB-4A22-BD18-FD8B474D8544}" type="presParOf" srcId="{3D03872D-ECBE-4D50-A190-81F86B44B082}" destId="{C32BE188-7E4D-4195-AD9C-A05F61FF2420}" srcOrd="1" destOrd="0" presId="urn:microsoft.com/office/officeart/2005/8/layout/process3"/>
    <dgm:cxn modelId="{D6EA38A1-171D-4385-A369-E180EE314340}" type="presParOf" srcId="{3D03872D-ECBE-4D50-A190-81F86B44B082}" destId="{441E4CEF-5145-4409-B164-794DB0C3C344}" srcOrd="2" destOrd="0" presId="urn:microsoft.com/office/officeart/2005/8/layout/process3"/>
    <dgm:cxn modelId="{843BD960-F91E-464C-8FC5-F6D693E73B03}" type="presParOf" srcId="{8D8084D5-6C04-4C42-997F-D94D17DBB27D}" destId="{42828E70-1EE4-4280-9567-3AE170445E09}" srcOrd="7" destOrd="0" presId="urn:microsoft.com/office/officeart/2005/8/layout/process3"/>
    <dgm:cxn modelId="{4A2856DD-6116-4B12-AEF2-A1DFB9FAC890}" type="presParOf" srcId="{42828E70-1EE4-4280-9567-3AE170445E09}" destId="{73AACA66-0DF7-4744-846C-038F1973CF2F}" srcOrd="0" destOrd="0" presId="urn:microsoft.com/office/officeart/2005/8/layout/process3"/>
    <dgm:cxn modelId="{082A72B4-F4D7-4624-9F30-7A948A91C9DB}" type="presParOf" srcId="{8D8084D5-6C04-4C42-997F-D94D17DBB27D}" destId="{84D66883-E579-461B-97AC-B78773CB9B2D}" srcOrd="8" destOrd="0" presId="urn:microsoft.com/office/officeart/2005/8/layout/process3"/>
    <dgm:cxn modelId="{15DAE318-379A-4883-9C0F-CB5139BA5DD2}" type="presParOf" srcId="{84D66883-E579-461B-97AC-B78773CB9B2D}" destId="{25F8C9BF-3C2B-4947-998E-81A6C7A8F9C1}" srcOrd="0" destOrd="0" presId="urn:microsoft.com/office/officeart/2005/8/layout/process3"/>
    <dgm:cxn modelId="{620F22D1-782B-43E3-AA2D-0782500D19B7}" type="presParOf" srcId="{84D66883-E579-461B-97AC-B78773CB9B2D}" destId="{60F2425B-25B3-4179-8D6F-DDFD0574E246}" srcOrd="1" destOrd="0" presId="urn:microsoft.com/office/officeart/2005/8/layout/process3"/>
    <dgm:cxn modelId="{8B209822-59D0-47B1-B5AB-116526ED5DD0}" type="presParOf" srcId="{84D66883-E579-461B-97AC-B78773CB9B2D}" destId="{FD3F1D45-BF27-4ACA-9852-664382D7F2E7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B3AECDD-9B70-4ADD-BF3F-3DECED5F3036}" type="doc">
      <dgm:prSet loTypeId="urn:microsoft.com/office/officeart/2005/8/layout/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A25419C-9900-49FC-B99E-0BBD3BBE639C}">
      <dgm:prSet phldrT="[Text]" custT="1"/>
      <dgm:spPr/>
      <dgm:t>
        <a:bodyPr/>
        <a:lstStyle/>
        <a:p>
          <a:r>
            <a:rPr lang="en-US" sz="1200" dirty="0" smtClean="0"/>
            <a:t>Plan changes for new release</a:t>
          </a:r>
          <a:endParaRPr lang="en-US" sz="1200" dirty="0"/>
        </a:p>
      </dgm:t>
    </dgm:pt>
    <dgm:pt modelId="{9CA0DE41-4762-4A31-A743-FB76F6DA0018}" type="parTrans" cxnId="{58A650A6-2A0A-4AD2-9208-D1416F4CB7D6}">
      <dgm:prSet/>
      <dgm:spPr/>
      <dgm:t>
        <a:bodyPr/>
        <a:lstStyle/>
        <a:p>
          <a:endParaRPr lang="en-US"/>
        </a:p>
      </dgm:t>
    </dgm:pt>
    <dgm:pt modelId="{719D2E3B-A19C-493D-B013-1C7D6772604E}" type="sibTrans" cxnId="{58A650A6-2A0A-4AD2-9208-D1416F4CB7D6}">
      <dgm:prSet/>
      <dgm:spPr/>
      <dgm:t>
        <a:bodyPr/>
        <a:lstStyle/>
        <a:p>
          <a:endParaRPr lang="en-US"/>
        </a:p>
      </dgm:t>
    </dgm:pt>
    <dgm:pt modelId="{D54265C3-B419-4D00-AB5D-621C4D72FF65}">
      <dgm:prSet phldrT="[Text]" custT="1"/>
      <dgm:spPr/>
      <dgm:t>
        <a:bodyPr/>
        <a:lstStyle/>
        <a:p>
          <a:r>
            <a:rPr lang="en-US" sz="1000" dirty="0" smtClean="0"/>
            <a:t>Identify</a:t>
          </a:r>
          <a:r>
            <a:rPr lang="en-US" sz="1000" baseline="0" dirty="0" smtClean="0"/>
            <a:t> changes in Automated APIs from ”API development plan”</a:t>
          </a:r>
          <a:endParaRPr lang="en-US" sz="1000" dirty="0"/>
        </a:p>
      </dgm:t>
    </dgm:pt>
    <dgm:pt modelId="{35842014-7594-4221-9E36-A7C00B8FCBE1}" type="parTrans" cxnId="{3782BAC7-955F-4AE1-BFBF-61FA987F69A7}">
      <dgm:prSet/>
      <dgm:spPr/>
      <dgm:t>
        <a:bodyPr/>
        <a:lstStyle/>
        <a:p>
          <a:endParaRPr lang="en-US"/>
        </a:p>
      </dgm:t>
    </dgm:pt>
    <dgm:pt modelId="{26877E0F-554B-447D-BE91-82D946E0CA76}" type="sibTrans" cxnId="{3782BAC7-955F-4AE1-BFBF-61FA987F69A7}">
      <dgm:prSet/>
      <dgm:spPr/>
      <dgm:t>
        <a:bodyPr/>
        <a:lstStyle/>
        <a:p>
          <a:endParaRPr lang="en-US"/>
        </a:p>
      </dgm:t>
    </dgm:pt>
    <dgm:pt modelId="{D0195D95-A8B0-4223-A9B1-4D7D0735CB46}">
      <dgm:prSet phldrT="[Text]" custT="1"/>
      <dgm:spPr/>
      <dgm:t>
        <a:bodyPr/>
        <a:lstStyle/>
        <a:p>
          <a:r>
            <a:rPr lang="en-US" sz="1200" dirty="0" smtClean="0"/>
            <a:t>Estimations</a:t>
          </a:r>
          <a:endParaRPr lang="en-US" sz="1200" dirty="0"/>
        </a:p>
      </dgm:t>
    </dgm:pt>
    <dgm:pt modelId="{CA33E123-073E-4A97-A62D-27575C8E7F70}" type="parTrans" cxnId="{F9E82746-301C-4B5B-ABE1-C0D4832D7AD3}">
      <dgm:prSet/>
      <dgm:spPr/>
      <dgm:t>
        <a:bodyPr/>
        <a:lstStyle/>
        <a:p>
          <a:endParaRPr lang="en-US"/>
        </a:p>
      </dgm:t>
    </dgm:pt>
    <dgm:pt modelId="{098883A3-1860-4562-A781-77BDB6DC5F52}" type="sibTrans" cxnId="{F9E82746-301C-4B5B-ABE1-C0D4832D7AD3}">
      <dgm:prSet/>
      <dgm:spPr/>
      <dgm:t>
        <a:bodyPr/>
        <a:lstStyle/>
        <a:p>
          <a:endParaRPr lang="en-US"/>
        </a:p>
      </dgm:t>
    </dgm:pt>
    <dgm:pt modelId="{F5733975-3EFD-41F4-A37C-4C9CA1456CDC}">
      <dgm:prSet phldrT="[Text]" custT="1"/>
      <dgm:spPr/>
      <dgm:t>
        <a:bodyPr/>
        <a:lstStyle/>
        <a:p>
          <a:r>
            <a:rPr lang="en-US" sz="1000" dirty="0" smtClean="0"/>
            <a:t>Estimation for changes</a:t>
          </a:r>
          <a:endParaRPr lang="en-US" sz="1000" dirty="0"/>
        </a:p>
      </dgm:t>
    </dgm:pt>
    <dgm:pt modelId="{D4B6DA1E-ED49-4B68-BF4F-D062B8C3297E}" type="parTrans" cxnId="{9FEE0887-914B-47BC-B50A-0805D2545FD3}">
      <dgm:prSet/>
      <dgm:spPr/>
      <dgm:t>
        <a:bodyPr/>
        <a:lstStyle/>
        <a:p>
          <a:endParaRPr lang="en-US"/>
        </a:p>
      </dgm:t>
    </dgm:pt>
    <dgm:pt modelId="{BF76EA01-DD23-449A-9FE3-F6A0B26F6F01}" type="sibTrans" cxnId="{9FEE0887-914B-47BC-B50A-0805D2545FD3}">
      <dgm:prSet/>
      <dgm:spPr/>
      <dgm:t>
        <a:bodyPr/>
        <a:lstStyle/>
        <a:p>
          <a:endParaRPr lang="en-US"/>
        </a:p>
      </dgm:t>
    </dgm:pt>
    <dgm:pt modelId="{71D5C382-F082-43A3-AC22-427B3420F1D5}">
      <dgm:prSet phldrT="[Text]" custT="1"/>
      <dgm:spPr/>
      <dgm:t>
        <a:bodyPr/>
        <a:lstStyle/>
        <a:p>
          <a:r>
            <a:rPr lang="en-US" sz="1200" dirty="0" smtClean="0"/>
            <a:t>Scenarios Identification</a:t>
          </a:r>
          <a:endParaRPr lang="en-US" sz="1200" dirty="0"/>
        </a:p>
      </dgm:t>
    </dgm:pt>
    <dgm:pt modelId="{A9FCF9EC-287E-44D3-9FDA-484DDD788BE4}" type="parTrans" cxnId="{7BDA88BD-F6ED-47A7-8CC5-49B775402718}">
      <dgm:prSet/>
      <dgm:spPr/>
      <dgm:t>
        <a:bodyPr/>
        <a:lstStyle/>
        <a:p>
          <a:endParaRPr lang="en-US"/>
        </a:p>
      </dgm:t>
    </dgm:pt>
    <dgm:pt modelId="{D13C5DE2-BC4B-4680-8551-E3792EC5F1F9}" type="sibTrans" cxnId="{7BDA88BD-F6ED-47A7-8CC5-49B775402718}">
      <dgm:prSet/>
      <dgm:spPr/>
      <dgm:t>
        <a:bodyPr/>
        <a:lstStyle/>
        <a:p>
          <a:endParaRPr lang="en-US"/>
        </a:p>
      </dgm:t>
    </dgm:pt>
    <dgm:pt modelId="{4404E45C-076A-44BF-895D-344C3DEFED2E}">
      <dgm:prSet phldrT="[Text]" custT="1"/>
      <dgm:spPr/>
      <dgm:t>
        <a:bodyPr/>
        <a:lstStyle/>
        <a:p>
          <a:r>
            <a:rPr lang="en-US" sz="1000" dirty="0" smtClean="0"/>
            <a:t>Analyzing IFs</a:t>
          </a:r>
          <a:endParaRPr lang="en-US" sz="1000" dirty="0"/>
        </a:p>
      </dgm:t>
    </dgm:pt>
    <dgm:pt modelId="{8D3D4F5B-8E37-495F-8ACF-05FD63D17D78}" type="parTrans" cxnId="{D513673E-44B0-4A92-AA3E-244BDFB9F3F3}">
      <dgm:prSet/>
      <dgm:spPr/>
      <dgm:t>
        <a:bodyPr/>
        <a:lstStyle/>
        <a:p>
          <a:endParaRPr lang="en-US"/>
        </a:p>
      </dgm:t>
    </dgm:pt>
    <dgm:pt modelId="{441AE4B9-D233-4F14-837D-D92AE5CFF450}" type="sibTrans" cxnId="{D513673E-44B0-4A92-AA3E-244BDFB9F3F3}">
      <dgm:prSet/>
      <dgm:spPr/>
      <dgm:t>
        <a:bodyPr/>
        <a:lstStyle/>
        <a:p>
          <a:endParaRPr lang="en-US"/>
        </a:p>
      </dgm:t>
    </dgm:pt>
    <dgm:pt modelId="{F66CD486-6FBF-40D4-8427-077AF610DA64}">
      <dgm:prSet custT="1"/>
      <dgm:spPr/>
      <dgm:t>
        <a:bodyPr/>
        <a:lstStyle/>
        <a:p>
          <a:r>
            <a:rPr lang="en-US" sz="1200" dirty="0" smtClean="0"/>
            <a:t>Script creation /modification and execution</a:t>
          </a:r>
          <a:endParaRPr lang="en-US" sz="1200" dirty="0"/>
        </a:p>
      </dgm:t>
    </dgm:pt>
    <dgm:pt modelId="{F39AD2EE-31F9-494C-B89D-7D8E5EB8F131}" type="parTrans" cxnId="{17F10A15-03B7-46BE-9480-2DCCA8A4111A}">
      <dgm:prSet/>
      <dgm:spPr/>
      <dgm:t>
        <a:bodyPr/>
        <a:lstStyle/>
        <a:p>
          <a:endParaRPr lang="en-US"/>
        </a:p>
      </dgm:t>
    </dgm:pt>
    <dgm:pt modelId="{BA581825-A578-4554-A6A4-153CBB793BE5}" type="sibTrans" cxnId="{17F10A15-03B7-46BE-9480-2DCCA8A4111A}">
      <dgm:prSet/>
      <dgm:spPr/>
      <dgm:t>
        <a:bodyPr/>
        <a:lstStyle/>
        <a:p>
          <a:endParaRPr lang="en-US"/>
        </a:p>
      </dgm:t>
    </dgm:pt>
    <dgm:pt modelId="{229EDA92-D604-4AB8-9268-EDD41DC60F4F}">
      <dgm:prSet phldrT="[Text]" custT="1"/>
      <dgm:spPr/>
      <dgm:t>
        <a:bodyPr/>
        <a:lstStyle/>
        <a:p>
          <a:r>
            <a:rPr lang="en-US" sz="1000" dirty="0" smtClean="0"/>
            <a:t>Defining Timelines</a:t>
          </a:r>
          <a:endParaRPr lang="en-US" sz="1000" dirty="0"/>
        </a:p>
      </dgm:t>
    </dgm:pt>
    <dgm:pt modelId="{66E23FEE-9E6F-4C7A-B17E-F12E03DEE9E2}" type="parTrans" cxnId="{F75BDBF7-2AEB-417A-A358-B60E66247C42}">
      <dgm:prSet/>
      <dgm:spPr/>
      <dgm:t>
        <a:bodyPr/>
        <a:lstStyle/>
        <a:p>
          <a:endParaRPr lang="en-US"/>
        </a:p>
      </dgm:t>
    </dgm:pt>
    <dgm:pt modelId="{E199D720-6E76-4BE2-BCC0-FB8BD90F7DF5}" type="sibTrans" cxnId="{F75BDBF7-2AEB-417A-A358-B60E66247C42}">
      <dgm:prSet/>
      <dgm:spPr/>
      <dgm:t>
        <a:bodyPr/>
        <a:lstStyle/>
        <a:p>
          <a:endParaRPr lang="en-US"/>
        </a:p>
      </dgm:t>
    </dgm:pt>
    <dgm:pt modelId="{221F54CC-A225-4077-A1FB-9CE8CCA241C6}">
      <dgm:prSet phldrT="[Text]" custT="1"/>
      <dgm:spPr/>
      <dgm:t>
        <a:bodyPr/>
        <a:lstStyle/>
        <a:p>
          <a:r>
            <a:rPr lang="en-US" sz="1000" dirty="0" smtClean="0"/>
            <a:t>Query resolution</a:t>
          </a:r>
          <a:endParaRPr lang="en-US" sz="1000" dirty="0"/>
        </a:p>
      </dgm:t>
    </dgm:pt>
    <dgm:pt modelId="{978EB720-6C8C-4D6C-9A61-6FC03C9EF6EE}" type="parTrans" cxnId="{85F4BA48-75A1-4E5E-9354-719C98C3957C}">
      <dgm:prSet/>
      <dgm:spPr/>
      <dgm:t>
        <a:bodyPr/>
        <a:lstStyle/>
        <a:p>
          <a:endParaRPr lang="en-US"/>
        </a:p>
      </dgm:t>
    </dgm:pt>
    <dgm:pt modelId="{CD099ACA-4DD7-427B-80BC-B6261E550898}" type="sibTrans" cxnId="{85F4BA48-75A1-4E5E-9354-719C98C3957C}">
      <dgm:prSet/>
      <dgm:spPr/>
      <dgm:t>
        <a:bodyPr/>
        <a:lstStyle/>
        <a:p>
          <a:endParaRPr lang="en-US"/>
        </a:p>
      </dgm:t>
    </dgm:pt>
    <dgm:pt modelId="{45BFA82C-20F8-4CEE-AE83-5BAD5330BEB6}">
      <dgm:prSet phldrT="[Text]" custT="1"/>
      <dgm:spPr/>
      <dgm:t>
        <a:bodyPr/>
        <a:lstStyle/>
        <a:p>
          <a:r>
            <a:rPr lang="en-US" sz="1000" dirty="0" smtClean="0"/>
            <a:t>Scenarios creation </a:t>
          </a:r>
          <a:endParaRPr lang="en-US" sz="1000" dirty="0"/>
        </a:p>
      </dgm:t>
    </dgm:pt>
    <dgm:pt modelId="{EA8D8105-95B7-428F-96FE-9487B28D42F5}" type="parTrans" cxnId="{308B126A-61E6-4155-9289-DABFE6A45C07}">
      <dgm:prSet/>
      <dgm:spPr/>
      <dgm:t>
        <a:bodyPr/>
        <a:lstStyle/>
        <a:p>
          <a:endParaRPr lang="en-US"/>
        </a:p>
      </dgm:t>
    </dgm:pt>
    <dgm:pt modelId="{92867987-96E2-4F85-823C-989D9B93400C}" type="sibTrans" cxnId="{308B126A-61E6-4155-9289-DABFE6A45C07}">
      <dgm:prSet/>
      <dgm:spPr/>
      <dgm:t>
        <a:bodyPr/>
        <a:lstStyle/>
        <a:p>
          <a:endParaRPr lang="en-US"/>
        </a:p>
      </dgm:t>
    </dgm:pt>
    <dgm:pt modelId="{FF122020-388E-422D-9433-148597CB7A0A}">
      <dgm:prSet phldrT="[Text]" custT="1"/>
      <dgm:spPr/>
      <dgm:t>
        <a:bodyPr/>
        <a:lstStyle/>
        <a:p>
          <a:r>
            <a:rPr lang="en-US" sz="1000" dirty="0" smtClean="0"/>
            <a:t>Scenarios review</a:t>
          </a:r>
          <a:endParaRPr lang="en-US" sz="1000" dirty="0"/>
        </a:p>
      </dgm:t>
    </dgm:pt>
    <dgm:pt modelId="{C4C39BCA-5926-4096-83F1-0EFA9B63A749}" type="parTrans" cxnId="{E616F5FB-1578-477A-B3F7-DE8919C06CAF}">
      <dgm:prSet/>
      <dgm:spPr/>
      <dgm:t>
        <a:bodyPr/>
        <a:lstStyle/>
        <a:p>
          <a:endParaRPr lang="en-US"/>
        </a:p>
      </dgm:t>
    </dgm:pt>
    <dgm:pt modelId="{7B983672-96DA-4A2A-BA23-BE2AB60787EF}" type="sibTrans" cxnId="{E616F5FB-1578-477A-B3F7-DE8919C06CAF}">
      <dgm:prSet/>
      <dgm:spPr/>
      <dgm:t>
        <a:bodyPr/>
        <a:lstStyle/>
        <a:p>
          <a:endParaRPr lang="en-US"/>
        </a:p>
      </dgm:t>
    </dgm:pt>
    <dgm:pt modelId="{D21D64F3-5F73-456F-82BB-4784D3EE75C6}">
      <dgm:prSet custT="1"/>
      <dgm:spPr/>
      <dgm:t>
        <a:bodyPr/>
        <a:lstStyle/>
        <a:p>
          <a:r>
            <a:rPr lang="en-US" sz="1000" dirty="0" smtClean="0"/>
            <a:t>Decide automation approach</a:t>
          </a:r>
          <a:endParaRPr lang="en-US" sz="1000" dirty="0"/>
        </a:p>
      </dgm:t>
    </dgm:pt>
    <dgm:pt modelId="{5F66B563-8DD2-4FBF-AA81-AB7BE20C348A}" type="parTrans" cxnId="{4AC9A025-DDC4-49F3-A564-FE78BD07D573}">
      <dgm:prSet/>
      <dgm:spPr/>
      <dgm:t>
        <a:bodyPr/>
        <a:lstStyle/>
        <a:p>
          <a:endParaRPr lang="en-US"/>
        </a:p>
      </dgm:t>
    </dgm:pt>
    <dgm:pt modelId="{F15A9F55-0730-457C-A3F7-2814249E7D6E}" type="sibTrans" cxnId="{4AC9A025-DDC4-49F3-A564-FE78BD07D573}">
      <dgm:prSet/>
      <dgm:spPr/>
      <dgm:t>
        <a:bodyPr/>
        <a:lstStyle/>
        <a:p>
          <a:endParaRPr lang="en-US"/>
        </a:p>
      </dgm:t>
    </dgm:pt>
    <dgm:pt modelId="{AE046A03-8DF8-494E-A44A-D3DA24757496}">
      <dgm:prSet custT="1"/>
      <dgm:spPr/>
      <dgm:t>
        <a:bodyPr/>
        <a:lstStyle/>
        <a:p>
          <a:r>
            <a:rPr lang="en-US" sz="1000" dirty="0" smtClean="0"/>
            <a:t>Test script creation/modification </a:t>
          </a:r>
          <a:endParaRPr lang="en-US" sz="1000" dirty="0"/>
        </a:p>
      </dgm:t>
    </dgm:pt>
    <dgm:pt modelId="{8387B5CB-C575-4087-B141-ED602CE80708}" type="parTrans" cxnId="{8CC5507C-1A47-4261-BDEF-DFA0E98E612D}">
      <dgm:prSet/>
      <dgm:spPr/>
      <dgm:t>
        <a:bodyPr/>
        <a:lstStyle/>
        <a:p>
          <a:endParaRPr lang="en-US"/>
        </a:p>
      </dgm:t>
    </dgm:pt>
    <dgm:pt modelId="{502A50D9-5AEC-4ABD-9046-7081E723D5D4}" type="sibTrans" cxnId="{8CC5507C-1A47-4261-BDEF-DFA0E98E612D}">
      <dgm:prSet/>
      <dgm:spPr/>
      <dgm:t>
        <a:bodyPr/>
        <a:lstStyle/>
        <a:p>
          <a:endParaRPr lang="en-US"/>
        </a:p>
      </dgm:t>
    </dgm:pt>
    <dgm:pt modelId="{2FBC9CFD-EBF2-481C-87D5-D06C7C7FA8A5}">
      <dgm:prSet custT="1"/>
      <dgm:spPr/>
      <dgm:t>
        <a:bodyPr/>
        <a:lstStyle/>
        <a:p>
          <a:r>
            <a:rPr lang="en-US" sz="1000" dirty="0" smtClean="0"/>
            <a:t>Defect logging </a:t>
          </a:r>
          <a:endParaRPr lang="en-US" sz="1000" dirty="0"/>
        </a:p>
      </dgm:t>
    </dgm:pt>
    <dgm:pt modelId="{FC82B3C5-810D-49EA-BE59-B987A0E626D5}" type="parTrans" cxnId="{89F6DA77-6019-4C9E-A5A9-011ECD10FCA1}">
      <dgm:prSet/>
      <dgm:spPr/>
      <dgm:t>
        <a:bodyPr/>
        <a:lstStyle/>
        <a:p>
          <a:endParaRPr lang="en-US"/>
        </a:p>
      </dgm:t>
    </dgm:pt>
    <dgm:pt modelId="{5FF0BF2D-6D14-4935-AEFD-ABEF7113CF45}" type="sibTrans" cxnId="{89F6DA77-6019-4C9E-A5A9-011ECD10FCA1}">
      <dgm:prSet/>
      <dgm:spPr/>
      <dgm:t>
        <a:bodyPr/>
        <a:lstStyle/>
        <a:p>
          <a:endParaRPr lang="en-US"/>
        </a:p>
      </dgm:t>
    </dgm:pt>
    <dgm:pt modelId="{B616B32D-DEF8-4A6C-8B73-3CD1F05FBA14}">
      <dgm:prSet custT="1"/>
      <dgm:spPr/>
      <dgm:t>
        <a:bodyPr/>
        <a:lstStyle/>
        <a:p>
          <a:r>
            <a:rPr lang="en-US" sz="1000" dirty="0" smtClean="0"/>
            <a:t>Test script review</a:t>
          </a:r>
          <a:endParaRPr lang="en-US" sz="1000" dirty="0"/>
        </a:p>
      </dgm:t>
    </dgm:pt>
    <dgm:pt modelId="{E809237C-EB59-4B1D-AE14-4C2B64CF9DA1}" type="parTrans" cxnId="{AC0F5A5A-2B50-4FBF-A7E2-31CAF33F7ADB}">
      <dgm:prSet/>
      <dgm:spPr/>
      <dgm:t>
        <a:bodyPr/>
        <a:lstStyle/>
        <a:p>
          <a:endParaRPr lang="en-US"/>
        </a:p>
      </dgm:t>
    </dgm:pt>
    <dgm:pt modelId="{5522C3F5-318E-41C1-930C-7CEBD212653C}" type="sibTrans" cxnId="{AC0F5A5A-2B50-4FBF-A7E2-31CAF33F7ADB}">
      <dgm:prSet/>
      <dgm:spPr/>
      <dgm:t>
        <a:bodyPr/>
        <a:lstStyle/>
        <a:p>
          <a:endParaRPr lang="en-US"/>
        </a:p>
      </dgm:t>
    </dgm:pt>
    <dgm:pt modelId="{14AC584C-F219-46F2-926C-80D0382A0465}">
      <dgm:prSet custT="1"/>
      <dgm:spPr/>
      <dgm:t>
        <a:bodyPr/>
        <a:lstStyle/>
        <a:p>
          <a:r>
            <a:rPr lang="en-US" sz="1000" dirty="0" smtClean="0"/>
            <a:t>Upload project to GIT</a:t>
          </a:r>
          <a:endParaRPr lang="en-US" sz="1000" dirty="0"/>
        </a:p>
      </dgm:t>
    </dgm:pt>
    <dgm:pt modelId="{30898C3C-EC41-4C15-940A-CA14A5F6F316}" type="sibTrans" cxnId="{AD04086B-AC13-4259-B908-6A329EA49560}">
      <dgm:prSet/>
      <dgm:spPr/>
      <dgm:t>
        <a:bodyPr/>
        <a:lstStyle/>
        <a:p>
          <a:endParaRPr lang="en-US"/>
        </a:p>
      </dgm:t>
    </dgm:pt>
    <dgm:pt modelId="{D7D63137-276A-4116-8C49-6FB033B55125}" type="parTrans" cxnId="{AD04086B-AC13-4259-B908-6A329EA49560}">
      <dgm:prSet/>
      <dgm:spPr/>
      <dgm:t>
        <a:bodyPr/>
        <a:lstStyle/>
        <a:p>
          <a:endParaRPr lang="en-US"/>
        </a:p>
      </dgm:t>
    </dgm:pt>
    <dgm:pt modelId="{8D8084D5-6C04-4C42-997F-D94D17DBB27D}" type="pres">
      <dgm:prSet presAssocID="{3B3AECDD-9B70-4ADD-BF3F-3DECED5F3036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F1930A0-508B-4421-BDF5-C2C808CF0B24}" type="pres">
      <dgm:prSet presAssocID="{DA25419C-9900-49FC-B99E-0BBD3BBE639C}" presName="composite" presStyleCnt="0"/>
      <dgm:spPr/>
    </dgm:pt>
    <dgm:pt modelId="{A920C88A-6E9B-47BC-9D42-3219B6C12A1F}" type="pres">
      <dgm:prSet presAssocID="{DA25419C-9900-49FC-B99E-0BBD3BBE639C}" presName="parTx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9F4F99D-9096-4048-8EAA-C644272FF96A}" type="pres">
      <dgm:prSet presAssocID="{DA25419C-9900-49FC-B99E-0BBD3BBE639C}" presName="parSh" presStyleLbl="node1" presStyleIdx="0" presStyleCnt="4"/>
      <dgm:spPr/>
      <dgm:t>
        <a:bodyPr/>
        <a:lstStyle/>
        <a:p>
          <a:endParaRPr lang="en-US"/>
        </a:p>
      </dgm:t>
    </dgm:pt>
    <dgm:pt modelId="{EF55D191-6184-4FC5-A1EE-EE40C3871CBC}" type="pres">
      <dgm:prSet presAssocID="{DA25419C-9900-49FC-B99E-0BBD3BBE639C}" presName="desTx" presStyleLbl="fgAcc1" presStyleIdx="0" presStyleCnt="4" custLinFactNeighborX="1410" custLinFactNeighborY="1240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EA97A10-37C0-4B3C-8B4F-D8EC38CA2882}" type="pres">
      <dgm:prSet presAssocID="{719D2E3B-A19C-493D-B013-1C7D6772604E}" presName="sibTrans" presStyleLbl="sibTrans2D1" presStyleIdx="0" presStyleCnt="3"/>
      <dgm:spPr/>
      <dgm:t>
        <a:bodyPr/>
        <a:lstStyle/>
        <a:p>
          <a:endParaRPr lang="en-US"/>
        </a:p>
      </dgm:t>
    </dgm:pt>
    <dgm:pt modelId="{6E83EF37-88C0-4E86-AD33-614377689EC5}" type="pres">
      <dgm:prSet presAssocID="{719D2E3B-A19C-493D-B013-1C7D6772604E}" presName="connTx" presStyleLbl="sibTrans2D1" presStyleIdx="0" presStyleCnt="3"/>
      <dgm:spPr/>
      <dgm:t>
        <a:bodyPr/>
        <a:lstStyle/>
        <a:p>
          <a:endParaRPr lang="en-US"/>
        </a:p>
      </dgm:t>
    </dgm:pt>
    <dgm:pt modelId="{04B18259-B6A1-41C7-8B0A-E70E2643420E}" type="pres">
      <dgm:prSet presAssocID="{D0195D95-A8B0-4223-A9B1-4D7D0735CB46}" presName="composite" presStyleCnt="0"/>
      <dgm:spPr/>
    </dgm:pt>
    <dgm:pt modelId="{D03E017C-C02C-4DAF-A924-810D9BA6E304}" type="pres">
      <dgm:prSet presAssocID="{D0195D95-A8B0-4223-A9B1-4D7D0735CB46}" presName="parTx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F6CABCE-7128-4164-A8E2-C63F200046FA}" type="pres">
      <dgm:prSet presAssocID="{D0195D95-A8B0-4223-A9B1-4D7D0735CB46}" presName="parSh" presStyleLbl="node1" presStyleIdx="1" presStyleCnt="4"/>
      <dgm:spPr/>
      <dgm:t>
        <a:bodyPr/>
        <a:lstStyle/>
        <a:p>
          <a:endParaRPr lang="en-US"/>
        </a:p>
      </dgm:t>
    </dgm:pt>
    <dgm:pt modelId="{E093AD6A-EB1C-42E4-A6AD-6B5D3AB2CC63}" type="pres">
      <dgm:prSet presAssocID="{D0195D95-A8B0-4223-A9B1-4D7D0735CB46}" presName="desTx" presStyleLbl="fgAcc1" presStyleIdx="1" presStyleCnt="4" custLinFactNeighborX="8206" custLinFactNeighborY="1240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5159039-9105-4BF5-B177-6D63781006F6}" type="pres">
      <dgm:prSet presAssocID="{098883A3-1860-4562-A781-77BDB6DC5F52}" presName="sibTrans" presStyleLbl="sibTrans2D1" presStyleIdx="1" presStyleCnt="3"/>
      <dgm:spPr/>
      <dgm:t>
        <a:bodyPr/>
        <a:lstStyle/>
        <a:p>
          <a:endParaRPr lang="en-US"/>
        </a:p>
      </dgm:t>
    </dgm:pt>
    <dgm:pt modelId="{B709AFF3-C4F8-4D88-8B85-8C0A8546EB73}" type="pres">
      <dgm:prSet presAssocID="{098883A3-1860-4562-A781-77BDB6DC5F52}" presName="connTx" presStyleLbl="sibTrans2D1" presStyleIdx="1" presStyleCnt="3"/>
      <dgm:spPr/>
      <dgm:t>
        <a:bodyPr/>
        <a:lstStyle/>
        <a:p>
          <a:endParaRPr lang="en-US"/>
        </a:p>
      </dgm:t>
    </dgm:pt>
    <dgm:pt modelId="{8E759E6B-4285-43A4-A9EA-66EB95BDFC3E}" type="pres">
      <dgm:prSet presAssocID="{71D5C382-F082-43A3-AC22-427B3420F1D5}" presName="composite" presStyleCnt="0"/>
      <dgm:spPr/>
    </dgm:pt>
    <dgm:pt modelId="{41DD8E0A-F40E-4347-ADEA-FC419355321F}" type="pres">
      <dgm:prSet presAssocID="{71D5C382-F082-43A3-AC22-427B3420F1D5}" presName="parTx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CB245B8-E71E-4370-AE9C-0CF3AED65F8F}" type="pres">
      <dgm:prSet presAssocID="{71D5C382-F082-43A3-AC22-427B3420F1D5}" presName="parSh" presStyleLbl="node1" presStyleIdx="2" presStyleCnt="4"/>
      <dgm:spPr/>
      <dgm:t>
        <a:bodyPr/>
        <a:lstStyle/>
        <a:p>
          <a:endParaRPr lang="en-US"/>
        </a:p>
      </dgm:t>
    </dgm:pt>
    <dgm:pt modelId="{203FCB76-5C82-4F15-8888-F3D7D17BB17C}" type="pres">
      <dgm:prSet presAssocID="{71D5C382-F082-43A3-AC22-427B3420F1D5}" presName="desTx" presStyleLbl="fgAcc1" presStyleIdx="2" presStyleCnt="4" custLinFactNeighborX="6428" custLinFactNeighborY="1240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5D261A3-6DF2-4950-BBD8-292B85683288}" type="pres">
      <dgm:prSet presAssocID="{D13C5DE2-BC4B-4680-8551-E3792EC5F1F9}" presName="sibTrans" presStyleLbl="sibTrans2D1" presStyleIdx="2" presStyleCnt="3"/>
      <dgm:spPr/>
      <dgm:t>
        <a:bodyPr/>
        <a:lstStyle/>
        <a:p>
          <a:endParaRPr lang="en-US"/>
        </a:p>
      </dgm:t>
    </dgm:pt>
    <dgm:pt modelId="{B18535AC-DC29-4C5D-BD8D-47BD41AADB95}" type="pres">
      <dgm:prSet presAssocID="{D13C5DE2-BC4B-4680-8551-E3792EC5F1F9}" presName="connTx" presStyleLbl="sibTrans2D1" presStyleIdx="2" presStyleCnt="3"/>
      <dgm:spPr/>
      <dgm:t>
        <a:bodyPr/>
        <a:lstStyle/>
        <a:p>
          <a:endParaRPr lang="en-US"/>
        </a:p>
      </dgm:t>
    </dgm:pt>
    <dgm:pt modelId="{3D03872D-ECBE-4D50-A190-81F86B44B082}" type="pres">
      <dgm:prSet presAssocID="{F66CD486-6FBF-40D4-8427-077AF610DA64}" presName="composite" presStyleCnt="0"/>
      <dgm:spPr/>
    </dgm:pt>
    <dgm:pt modelId="{D222CEBB-BFC9-4E18-88FA-FB748C6F70E8}" type="pres">
      <dgm:prSet presAssocID="{F66CD486-6FBF-40D4-8427-077AF610DA64}" presName="parTx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32BE188-7E4D-4195-AD9C-A05F61FF2420}" type="pres">
      <dgm:prSet presAssocID="{F66CD486-6FBF-40D4-8427-077AF610DA64}" presName="parSh" presStyleLbl="node1" presStyleIdx="3" presStyleCnt="4"/>
      <dgm:spPr/>
      <dgm:t>
        <a:bodyPr/>
        <a:lstStyle/>
        <a:p>
          <a:endParaRPr lang="en-US"/>
        </a:p>
      </dgm:t>
    </dgm:pt>
    <dgm:pt modelId="{441E4CEF-5145-4409-B164-794DB0C3C344}" type="pres">
      <dgm:prSet presAssocID="{F66CD486-6FBF-40D4-8427-077AF610DA64}" presName="desTx" presStyleLbl="fgAcc1" presStyleIdx="3" presStyleCnt="4" custScaleX="110163" custLinFactNeighborX="433" custLinFactNeighborY="1240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9F6DA77-6019-4C9E-A5A9-011ECD10FCA1}" srcId="{F66CD486-6FBF-40D4-8427-077AF610DA64}" destId="{2FBC9CFD-EBF2-481C-87D5-D06C7C7FA8A5}" srcOrd="2" destOrd="0" parTransId="{FC82B3C5-810D-49EA-BE59-B987A0E626D5}" sibTransId="{5FF0BF2D-6D14-4935-AEFD-ABEF7113CF45}"/>
    <dgm:cxn modelId="{124DC463-B8A2-4C83-B918-3F3FB55682AF}" type="presOf" srcId="{DA25419C-9900-49FC-B99E-0BBD3BBE639C}" destId="{A920C88A-6E9B-47BC-9D42-3219B6C12A1F}" srcOrd="0" destOrd="0" presId="urn:microsoft.com/office/officeart/2005/8/layout/process3"/>
    <dgm:cxn modelId="{D513673E-44B0-4A92-AA3E-244BDFB9F3F3}" srcId="{71D5C382-F082-43A3-AC22-427B3420F1D5}" destId="{4404E45C-076A-44BF-895D-344C3DEFED2E}" srcOrd="0" destOrd="0" parTransId="{8D3D4F5B-8E37-495F-8ACF-05FD63D17D78}" sibTransId="{441AE4B9-D233-4F14-837D-D92AE5CFF450}"/>
    <dgm:cxn modelId="{A3609CA8-FEEA-4960-A09C-5FEF2309B6EB}" type="presOf" srcId="{45BFA82C-20F8-4CEE-AE83-5BAD5330BEB6}" destId="{203FCB76-5C82-4F15-8888-F3D7D17BB17C}" srcOrd="0" destOrd="2" presId="urn:microsoft.com/office/officeart/2005/8/layout/process3"/>
    <dgm:cxn modelId="{DF40E452-FC78-4507-BA92-D4DA352838EA}" type="presOf" srcId="{D54265C3-B419-4D00-AB5D-621C4D72FF65}" destId="{EF55D191-6184-4FC5-A1EE-EE40C3871CBC}" srcOrd="0" destOrd="0" presId="urn:microsoft.com/office/officeart/2005/8/layout/process3"/>
    <dgm:cxn modelId="{7F2CD4E0-B04F-4C14-B9A1-8FEF3C331528}" type="presOf" srcId="{229EDA92-D604-4AB8-9268-EDD41DC60F4F}" destId="{E093AD6A-EB1C-42E4-A6AD-6B5D3AB2CC63}" srcOrd="0" destOrd="1" presId="urn:microsoft.com/office/officeart/2005/8/layout/process3"/>
    <dgm:cxn modelId="{ADD498C9-D3BD-4021-84E6-A4CCA47B1F1E}" type="presOf" srcId="{71D5C382-F082-43A3-AC22-427B3420F1D5}" destId="{41DD8E0A-F40E-4347-ADEA-FC419355321F}" srcOrd="0" destOrd="0" presId="urn:microsoft.com/office/officeart/2005/8/layout/process3"/>
    <dgm:cxn modelId="{603BA1C4-FC11-4931-B7B6-C0E870F0B0C2}" type="presOf" srcId="{2FBC9CFD-EBF2-481C-87D5-D06C7C7FA8A5}" destId="{441E4CEF-5145-4409-B164-794DB0C3C344}" srcOrd="0" destOrd="2" presId="urn:microsoft.com/office/officeart/2005/8/layout/process3"/>
    <dgm:cxn modelId="{0DA2095E-6A4C-426B-9ACF-25367455A71D}" type="presOf" srcId="{719D2E3B-A19C-493D-B013-1C7D6772604E}" destId="{4EA97A10-37C0-4B3C-8B4F-D8EC38CA2882}" srcOrd="0" destOrd="0" presId="urn:microsoft.com/office/officeart/2005/8/layout/process3"/>
    <dgm:cxn modelId="{CB7C8F2C-8B28-4798-8278-54A18DE885FD}" type="presOf" srcId="{D21D64F3-5F73-456F-82BB-4784D3EE75C6}" destId="{441E4CEF-5145-4409-B164-794DB0C3C344}" srcOrd="0" destOrd="0" presId="urn:microsoft.com/office/officeart/2005/8/layout/process3"/>
    <dgm:cxn modelId="{17F10A15-03B7-46BE-9480-2DCCA8A4111A}" srcId="{3B3AECDD-9B70-4ADD-BF3F-3DECED5F3036}" destId="{F66CD486-6FBF-40D4-8427-077AF610DA64}" srcOrd="3" destOrd="0" parTransId="{F39AD2EE-31F9-494C-B89D-7D8E5EB8F131}" sibTransId="{BA581825-A578-4554-A6A4-153CBB793BE5}"/>
    <dgm:cxn modelId="{4AC9A025-DDC4-49F3-A564-FE78BD07D573}" srcId="{F66CD486-6FBF-40D4-8427-077AF610DA64}" destId="{D21D64F3-5F73-456F-82BB-4784D3EE75C6}" srcOrd="0" destOrd="0" parTransId="{5F66B563-8DD2-4FBF-AA81-AB7BE20C348A}" sibTransId="{F15A9F55-0730-457C-A3F7-2814249E7D6E}"/>
    <dgm:cxn modelId="{627652BF-8B06-4EB1-81FF-B09A493273EA}" type="presOf" srcId="{4404E45C-076A-44BF-895D-344C3DEFED2E}" destId="{203FCB76-5C82-4F15-8888-F3D7D17BB17C}" srcOrd="0" destOrd="0" presId="urn:microsoft.com/office/officeart/2005/8/layout/process3"/>
    <dgm:cxn modelId="{1A86CDEF-9DF9-45C4-9FDB-5F2F415182E7}" type="presOf" srcId="{F66CD486-6FBF-40D4-8427-077AF610DA64}" destId="{D222CEBB-BFC9-4E18-88FA-FB748C6F70E8}" srcOrd="0" destOrd="0" presId="urn:microsoft.com/office/officeart/2005/8/layout/process3"/>
    <dgm:cxn modelId="{108A830F-C60C-4EAE-BF8E-870ADD7E7037}" type="presOf" srcId="{3B3AECDD-9B70-4ADD-BF3F-3DECED5F3036}" destId="{8D8084D5-6C04-4C42-997F-D94D17DBB27D}" srcOrd="0" destOrd="0" presId="urn:microsoft.com/office/officeart/2005/8/layout/process3"/>
    <dgm:cxn modelId="{2B3F11A9-C32A-4FD6-AE03-DB338B232A38}" type="presOf" srcId="{D13C5DE2-BC4B-4680-8551-E3792EC5F1F9}" destId="{B18535AC-DC29-4C5D-BD8D-47BD41AADB95}" srcOrd="1" destOrd="0" presId="urn:microsoft.com/office/officeart/2005/8/layout/process3"/>
    <dgm:cxn modelId="{4CEA53E6-EEE8-4D3F-A5E6-1E141400354D}" type="presOf" srcId="{719D2E3B-A19C-493D-B013-1C7D6772604E}" destId="{6E83EF37-88C0-4E86-AD33-614377689EC5}" srcOrd="1" destOrd="0" presId="urn:microsoft.com/office/officeart/2005/8/layout/process3"/>
    <dgm:cxn modelId="{308B126A-61E6-4155-9289-DABFE6A45C07}" srcId="{71D5C382-F082-43A3-AC22-427B3420F1D5}" destId="{45BFA82C-20F8-4CEE-AE83-5BAD5330BEB6}" srcOrd="2" destOrd="0" parTransId="{EA8D8105-95B7-428F-96FE-9487B28D42F5}" sibTransId="{92867987-96E2-4F85-823C-989D9B93400C}"/>
    <dgm:cxn modelId="{76AFC874-6160-41AC-8ADE-B74AA38F803A}" type="presOf" srcId="{14AC584C-F219-46F2-926C-80D0382A0465}" destId="{441E4CEF-5145-4409-B164-794DB0C3C344}" srcOrd="0" destOrd="4" presId="urn:microsoft.com/office/officeart/2005/8/layout/process3"/>
    <dgm:cxn modelId="{85F4BA48-75A1-4E5E-9354-719C98C3957C}" srcId="{71D5C382-F082-43A3-AC22-427B3420F1D5}" destId="{221F54CC-A225-4077-A1FB-9CE8CCA241C6}" srcOrd="1" destOrd="0" parTransId="{978EB720-6C8C-4D6C-9A61-6FC03C9EF6EE}" sibTransId="{CD099ACA-4DD7-427B-80BC-B6261E550898}"/>
    <dgm:cxn modelId="{87CAA306-F414-4E95-9438-0B7CBE4A3801}" type="presOf" srcId="{F66CD486-6FBF-40D4-8427-077AF610DA64}" destId="{C32BE188-7E4D-4195-AD9C-A05F61FF2420}" srcOrd="1" destOrd="0" presId="urn:microsoft.com/office/officeart/2005/8/layout/process3"/>
    <dgm:cxn modelId="{4527DD7E-C562-4DEC-8FB1-3C3C9CB7D27F}" type="presOf" srcId="{F5733975-3EFD-41F4-A37C-4C9CA1456CDC}" destId="{E093AD6A-EB1C-42E4-A6AD-6B5D3AB2CC63}" srcOrd="0" destOrd="0" presId="urn:microsoft.com/office/officeart/2005/8/layout/process3"/>
    <dgm:cxn modelId="{829F189C-0550-4BF0-8162-C8555941B904}" type="presOf" srcId="{098883A3-1860-4562-A781-77BDB6DC5F52}" destId="{B709AFF3-C4F8-4D88-8B85-8C0A8546EB73}" srcOrd="1" destOrd="0" presId="urn:microsoft.com/office/officeart/2005/8/layout/process3"/>
    <dgm:cxn modelId="{42FB6D96-525E-4282-9D19-9125CA53A738}" type="presOf" srcId="{D13C5DE2-BC4B-4680-8551-E3792EC5F1F9}" destId="{B5D261A3-6DF2-4950-BBD8-292B85683288}" srcOrd="0" destOrd="0" presId="urn:microsoft.com/office/officeart/2005/8/layout/process3"/>
    <dgm:cxn modelId="{D624CC38-D92A-4278-8922-BD314000FC0F}" type="presOf" srcId="{098883A3-1860-4562-A781-77BDB6DC5F52}" destId="{E5159039-9105-4BF5-B177-6D63781006F6}" srcOrd="0" destOrd="0" presId="urn:microsoft.com/office/officeart/2005/8/layout/process3"/>
    <dgm:cxn modelId="{58A650A6-2A0A-4AD2-9208-D1416F4CB7D6}" srcId="{3B3AECDD-9B70-4ADD-BF3F-3DECED5F3036}" destId="{DA25419C-9900-49FC-B99E-0BBD3BBE639C}" srcOrd="0" destOrd="0" parTransId="{9CA0DE41-4762-4A31-A743-FB76F6DA0018}" sibTransId="{719D2E3B-A19C-493D-B013-1C7D6772604E}"/>
    <dgm:cxn modelId="{9FEE0887-914B-47BC-B50A-0805D2545FD3}" srcId="{D0195D95-A8B0-4223-A9B1-4D7D0735CB46}" destId="{F5733975-3EFD-41F4-A37C-4C9CA1456CDC}" srcOrd="0" destOrd="0" parTransId="{D4B6DA1E-ED49-4B68-BF4F-D062B8C3297E}" sibTransId="{BF76EA01-DD23-449A-9FE3-F6A0B26F6F01}"/>
    <dgm:cxn modelId="{93A767E2-9CF6-4438-8EE8-66E98B0DA8D1}" type="presOf" srcId="{FF122020-388E-422D-9433-148597CB7A0A}" destId="{203FCB76-5C82-4F15-8888-F3D7D17BB17C}" srcOrd="0" destOrd="3" presId="urn:microsoft.com/office/officeart/2005/8/layout/process3"/>
    <dgm:cxn modelId="{7BDA88BD-F6ED-47A7-8CC5-49B775402718}" srcId="{3B3AECDD-9B70-4ADD-BF3F-3DECED5F3036}" destId="{71D5C382-F082-43A3-AC22-427B3420F1D5}" srcOrd="2" destOrd="0" parTransId="{A9FCF9EC-287E-44D3-9FDA-484DDD788BE4}" sibTransId="{D13C5DE2-BC4B-4680-8551-E3792EC5F1F9}"/>
    <dgm:cxn modelId="{F75BDBF7-2AEB-417A-A358-B60E66247C42}" srcId="{D0195D95-A8B0-4223-A9B1-4D7D0735CB46}" destId="{229EDA92-D604-4AB8-9268-EDD41DC60F4F}" srcOrd="1" destOrd="0" parTransId="{66E23FEE-9E6F-4C7A-B17E-F12E03DEE9E2}" sibTransId="{E199D720-6E76-4BE2-BCC0-FB8BD90F7DF5}"/>
    <dgm:cxn modelId="{E616F5FB-1578-477A-B3F7-DE8919C06CAF}" srcId="{71D5C382-F082-43A3-AC22-427B3420F1D5}" destId="{FF122020-388E-422D-9433-148597CB7A0A}" srcOrd="3" destOrd="0" parTransId="{C4C39BCA-5926-4096-83F1-0EFA9B63A749}" sibTransId="{7B983672-96DA-4A2A-BA23-BE2AB60787EF}"/>
    <dgm:cxn modelId="{DEEAED8B-D080-41B4-A404-EE83E5A3FE51}" type="presOf" srcId="{71D5C382-F082-43A3-AC22-427B3420F1D5}" destId="{0CB245B8-E71E-4370-AE9C-0CF3AED65F8F}" srcOrd="1" destOrd="0" presId="urn:microsoft.com/office/officeart/2005/8/layout/process3"/>
    <dgm:cxn modelId="{0AC9E373-6B0A-4D42-9473-BD0FB20701D0}" type="presOf" srcId="{DA25419C-9900-49FC-B99E-0BBD3BBE639C}" destId="{19F4F99D-9096-4048-8EAA-C644272FF96A}" srcOrd="1" destOrd="0" presId="urn:microsoft.com/office/officeart/2005/8/layout/process3"/>
    <dgm:cxn modelId="{E73CFF96-D973-4286-87F0-9734BF0A1253}" type="presOf" srcId="{221F54CC-A225-4077-A1FB-9CE8CCA241C6}" destId="{203FCB76-5C82-4F15-8888-F3D7D17BB17C}" srcOrd="0" destOrd="1" presId="urn:microsoft.com/office/officeart/2005/8/layout/process3"/>
    <dgm:cxn modelId="{64908903-8C79-4828-96C2-4365737AC064}" type="presOf" srcId="{AE046A03-8DF8-494E-A44A-D3DA24757496}" destId="{441E4CEF-5145-4409-B164-794DB0C3C344}" srcOrd="0" destOrd="1" presId="urn:microsoft.com/office/officeart/2005/8/layout/process3"/>
    <dgm:cxn modelId="{F9E82746-301C-4B5B-ABE1-C0D4832D7AD3}" srcId="{3B3AECDD-9B70-4ADD-BF3F-3DECED5F3036}" destId="{D0195D95-A8B0-4223-A9B1-4D7D0735CB46}" srcOrd="1" destOrd="0" parTransId="{CA33E123-073E-4A97-A62D-27575C8E7F70}" sibTransId="{098883A3-1860-4562-A781-77BDB6DC5F52}"/>
    <dgm:cxn modelId="{AD04086B-AC13-4259-B908-6A329EA49560}" srcId="{F66CD486-6FBF-40D4-8427-077AF610DA64}" destId="{14AC584C-F219-46F2-926C-80D0382A0465}" srcOrd="4" destOrd="0" parTransId="{D7D63137-276A-4116-8C49-6FB033B55125}" sibTransId="{30898C3C-EC41-4C15-940A-CA14A5F6F316}"/>
    <dgm:cxn modelId="{3782BAC7-955F-4AE1-BFBF-61FA987F69A7}" srcId="{DA25419C-9900-49FC-B99E-0BBD3BBE639C}" destId="{D54265C3-B419-4D00-AB5D-621C4D72FF65}" srcOrd="0" destOrd="0" parTransId="{35842014-7594-4221-9E36-A7C00B8FCBE1}" sibTransId="{26877E0F-554B-447D-BE91-82D946E0CA76}"/>
    <dgm:cxn modelId="{7FB34EA5-92B6-4793-BD8C-5D7721FA3A58}" type="presOf" srcId="{B616B32D-DEF8-4A6C-8B73-3CD1F05FBA14}" destId="{441E4CEF-5145-4409-B164-794DB0C3C344}" srcOrd="0" destOrd="3" presId="urn:microsoft.com/office/officeart/2005/8/layout/process3"/>
    <dgm:cxn modelId="{8CC5507C-1A47-4261-BDEF-DFA0E98E612D}" srcId="{F66CD486-6FBF-40D4-8427-077AF610DA64}" destId="{AE046A03-8DF8-494E-A44A-D3DA24757496}" srcOrd="1" destOrd="0" parTransId="{8387B5CB-C575-4087-B141-ED602CE80708}" sibTransId="{502A50D9-5AEC-4ABD-9046-7081E723D5D4}"/>
    <dgm:cxn modelId="{1F103CB6-485A-47AD-A3B8-4971ED95110C}" type="presOf" srcId="{D0195D95-A8B0-4223-A9B1-4D7D0735CB46}" destId="{BF6CABCE-7128-4164-A8E2-C63F200046FA}" srcOrd="1" destOrd="0" presId="urn:microsoft.com/office/officeart/2005/8/layout/process3"/>
    <dgm:cxn modelId="{AC0F5A5A-2B50-4FBF-A7E2-31CAF33F7ADB}" srcId="{F66CD486-6FBF-40D4-8427-077AF610DA64}" destId="{B616B32D-DEF8-4A6C-8B73-3CD1F05FBA14}" srcOrd="3" destOrd="0" parTransId="{E809237C-EB59-4B1D-AE14-4C2B64CF9DA1}" sibTransId="{5522C3F5-318E-41C1-930C-7CEBD212653C}"/>
    <dgm:cxn modelId="{A03DD196-5CD3-4D90-B550-158BC7CC01EE}" type="presOf" srcId="{D0195D95-A8B0-4223-A9B1-4D7D0735CB46}" destId="{D03E017C-C02C-4DAF-A924-810D9BA6E304}" srcOrd="0" destOrd="0" presId="urn:microsoft.com/office/officeart/2005/8/layout/process3"/>
    <dgm:cxn modelId="{6643818B-80F7-4950-9B0C-33B9C38C5FC8}" type="presParOf" srcId="{8D8084D5-6C04-4C42-997F-D94D17DBB27D}" destId="{2F1930A0-508B-4421-BDF5-C2C808CF0B24}" srcOrd="0" destOrd="0" presId="urn:microsoft.com/office/officeart/2005/8/layout/process3"/>
    <dgm:cxn modelId="{8FFE8742-1ED4-4092-BB1D-F94F593B6E86}" type="presParOf" srcId="{2F1930A0-508B-4421-BDF5-C2C808CF0B24}" destId="{A920C88A-6E9B-47BC-9D42-3219B6C12A1F}" srcOrd="0" destOrd="0" presId="urn:microsoft.com/office/officeart/2005/8/layout/process3"/>
    <dgm:cxn modelId="{FE947B6D-3F94-489B-8EA7-9764DFBFA513}" type="presParOf" srcId="{2F1930A0-508B-4421-BDF5-C2C808CF0B24}" destId="{19F4F99D-9096-4048-8EAA-C644272FF96A}" srcOrd="1" destOrd="0" presId="urn:microsoft.com/office/officeart/2005/8/layout/process3"/>
    <dgm:cxn modelId="{679121DE-796E-417C-9347-A400E7EA67C2}" type="presParOf" srcId="{2F1930A0-508B-4421-BDF5-C2C808CF0B24}" destId="{EF55D191-6184-4FC5-A1EE-EE40C3871CBC}" srcOrd="2" destOrd="0" presId="urn:microsoft.com/office/officeart/2005/8/layout/process3"/>
    <dgm:cxn modelId="{76C82E34-1FA6-4F43-8009-E84DFB15A71C}" type="presParOf" srcId="{8D8084D5-6C04-4C42-997F-D94D17DBB27D}" destId="{4EA97A10-37C0-4B3C-8B4F-D8EC38CA2882}" srcOrd="1" destOrd="0" presId="urn:microsoft.com/office/officeart/2005/8/layout/process3"/>
    <dgm:cxn modelId="{D2A0C250-19AE-4885-BCA0-7ECD229DA525}" type="presParOf" srcId="{4EA97A10-37C0-4B3C-8B4F-D8EC38CA2882}" destId="{6E83EF37-88C0-4E86-AD33-614377689EC5}" srcOrd="0" destOrd="0" presId="urn:microsoft.com/office/officeart/2005/8/layout/process3"/>
    <dgm:cxn modelId="{F8220B51-D426-445E-943E-071267E10445}" type="presParOf" srcId="{8D8084D5-6C04-4C42-997F-D94D17DBB27D}" destId="{04B18259-B6A1-41C7-8B0A-E70E2643420E}" srcOrd="2" destOrd="0" presId="urn:microsoft.com/office/officeart/2005/8/layout/process3"/>
    <dgm:cxn modelId="{996DE5D8-C329-49FC-B09E-6054FEC40C8C}" type="presParOf" srcId="{04B18259-B6A1-41C7-8B0A-E70E2643420E}" destId="{D03E017C-C02C-4DAF-A924-810D9BA6E304}" srcOrd="0" destOrd="0" presId="urn:microsoft.com/office/officeart/2005/8/layout/process3"/>
    <dgm:cxn modelId="{0938171F-04E4-477D-96FC-1DC5082CF434}" type="presParOf" srcId="{04B18259-B6A1-41C7-8B0A-E70E2643420E}" destId="{BF6CABCE-7128-4164-A8E2-C63F200046FA}" srcOrd="1" destOrd="0" presId="urn:microsoft.com/office/officeart/2005/8/layout/process3"/>
    <dgm:cxn modelId="{D92C6660-4663-46CD-8132-A507C0BB28B6}" type="presParOf" srcId="{04B18259-B6A1-41C7-8B0A-E70E2643420E}" destId="{E093AD6A-EB1C-42E4-A6AD-6B5D3AB2CC63}" srcOrd="2" destOrd="0" presId="urn:microsoft.com/office/officeart/2005/8/layout/process3"/>
    <dgm:cxn modelId="{E318D9C2-B695-42E0-AF95-B38C1BE97B11}" type="presParOf" srcId="{8D8084D5-6C04-4C42-997F-D94D17DBB27D}" destId="{E5159039-9105-4BF5-B177-6D63781006F6}" srcOrd="3" destOrd="0" presId="urn:microsoft.com/office/officeart/2005/8/layout/process3"/>
    <dgm:cxn modelId="{C77BAF42-B46F-4E86-8B8B-67C4FA0B6A24}" type="presParOf" srcId="{E5159039-9105-4BF5-B177-6D63781006F6}" destId="{B709AFF3-C4F8-4D88-8B85-8C0A8546EB73}" srcOrd="0" destOrd="0" presId="urn:microsoft.com/office/officeart/2005/8/layout/process3"/>
    <dgm:cxn modelId="{BC394756-5436-40A9-9DEE-635CB503323F}" type="presParOf" srcId="{8D8084D5-6C04-4C42-997F-D94D17DBB27D}" destId="{8E759E6B-4285-43A4-A9EA-66EB95BDFC3E}" srcOrd="4" destOrd="0" presId="urn:microsoft.com/office/officeart/2005/8/layout/process3"/>
    <dgm:cxn modelId="{ED23C98B-EA5D-4429-9DB4-8E944137EBC3}" type="presParOf" srcId="{8E759E6B-4285-43A4-A9EA-66EB95BDFC3E}" destId="{41DD8E0A-F40E-4347-ADEA-FC419355321F}" srcOrd="0" destOrd="0" presId="urn:microsoft.com/office/officeart/2005/8/layout/process3"/>
    <dgm:cxn modelId="{C84A51C8-F5B3-4AF2-A11A-5F70647FBA6F}" type="presParOf" srcId="{8E759E6B-4285-43A4-A9EA-66EB95BDFC3E}" destId="{0CB245B8-E71E-4370-AE9C-0CF3AED65F8F}" srcOrd="1" destOrd="0" presId="urn:microsoft.com/office/officeart/2005/8/layout/process3"/>
    <dgm:cxn modelId="{C280621F-A793-44F0-A8FB-9E62A290BA61}" type="presParOf" srcId="{8E759E6B-4285-43A4-A9EA-66EB95BDFC3E}" destId="{203FCB76-5C82-4F15-8888-F3D7D17BB17C}" srcOrd="2" destOrd="0" presId="urn:microsoft.com/office/officeart/2005/8/layout/process3"/>
    <dgm:cxn modelId="{3B7056BD-E430-4476-8DCD-C8516558C3EA}" type="presParOf" srcId="{8D8084D5-6C04-4C42-997F-D94D17DBB27D}" destId="{B5D261A3-6DF2-4950-BBD8-292B85683288}" srcOrd="5" destOrd="0" presId="urn:microsoft.com/office/officeart/2005/8/layout/process3"/>
    <dgm:cxn modelId="{FAC6F1D3-CF57-4E8F-91BE-48966B7FCD9C}" type="presParOf" srcId="{B5D261A3-6DF2-4950-BBD8-292B85683288}" destId="{B18535AC-DC29-4C5D-BD8D-47BD41AADB95}" srcOrd="0" destOrd="0" presId="urn:microsoft.com/office/officeart/2005/8/layout/process3"/>
    <dgm:cxn modelId="{CC663E65-CAAB-4688-B32C-F7D033F6CEE3}" type="presParOf" srcId="{8D8084D5-6C04-4C42-997F-D94D17DBB27D}" destId="{3D03872D-ECBE-4D50-A190-81F86B44B082}" srcOrd="6" destOrd="0" presId="urn:microsoft.com/office/officeart/2005/8/layout/process3"/>
    <dgm:cxn modelId="{1B058955-8053-4231-81DF-734051477FA7}" type="presParOf" srcId="{3D03872D-ECBE-4D50-A190-81F86B44B082}" destId="{D222CEBB-BFC9-4E18-88FA-FB748C6F70E8}" srcOrd="0" destOrd="0" presId="urn:microsoft.com/office/officeart/2005/8/layout/process3"/>
    <dgm:cxn modelId="{0418171F-1767-40CA-BFEE-CD0936D2A1DA}" type="presParOf" srcId="{3D03872D-ECBE-4D50-A190-81F86B44B082}" destId="{C32BE188-7E4D-4195-AD9C-A05F61FF2420}" srcOrd="1" destOrd="0" presId="urn:microsoft.com/office/officeart/2005/8/layout/process3"/>
    <dgm:cxn modelId="{3E1EE098-527F-4274-B261-F86F372D1448}" type="presParOf" srcId="{3D03872D-ECBE-4D50-A190-81F86B44B082}" destId="{441E4CEF-5145-4409-B164-794DB0C3C344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F4F99D-9096-4048-8EAA-C644272FF96A}">
      <dsp:nvSpPr>
        <dsp:cNvPr id="0" name=""/>
        <dsp:cNvSpPr/>
      </dsp:nvSpPr>
      <dsp:spPr>
        <a:xfrm>
          <a:off x="4907" y="1150220"/>
          <a:ext cx="1107206" cy="6406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41910" numCol="1" spcCol="1270" anchor="t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Planning</a:t>
          </a:r>
          <a:endParaRPr lang="en-US" sz="1100" kern="1200" dirty="0"/>
        </a:p>
      </dsp:txBody>
      <dsp:txXfrm>
        <a:off x="4907" y="1150220"/>
        <a:ext cx="1107206" cy="427122"/>
      </dsp:txXfrm>
    </dsp:sp>
    <dsp:sp modelId="{EF55D191-6184-4FC5-A1EE-EE40C3871CBC}">
      <dsp:nvSpPr>
        <dsp:cNvPr id="0" name=""/>
        <dsp:cNvSpPr/>
      </dsp:nvSpPr>
      <dsp:spPr>
        <a:xfrm>
          <a:off x="237142" y="1756628"/>
          <a:ext cx="1107206" cy="13872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 smtClean="0"/>
            <a:t>Deciding priorities of APIs</a:t>
          </a:r>
          <a:endParaRPr 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 smtClean="0"/>
            <a:t>API testing request from Dev team</a:t>
          </a:r>
          <a:endParaRPr lang="en-US" sz="1100" kern="1200" dirty="0"/>
        </a:p>
      </dsp:txBody>
      <dsp:txXfrm>
        <a:off x="269571" y="1789057"/>
        <a:ext cx="1042348" cy="1322379"/>
      </dsp:txXfrm>
    </dsp:sp>
    <dsp:sp modelId="{4EA97A10-37C0-4B3C-8B4F-D8EC38CA2882}">
      <dsp:nvSpPr>
        <dsp:cNvPr id="0" name=""/>
        <dsp:cNvSpPr/>
      </dsp:nvSpPr>
      <dsp:spPr>
        <a:xfrm>
          <a:off x="1279962" y="1225950"/>
          <a:ext cx="355838" cy="2756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900" kern="1200"/>
        </a:p>
      </dsp:txBody>
      <dsp:txXfrm>
        <a:off x="1279962" y="1281082"/>
        <a:ext cx="273139" cy="165398"/>
      </dsp:txXfrm>
    </dsp:sp>
    <dsp:sp modelId="{BF6CABCE-7128-4164-A8E2-C63F200046FA}">
      <dsp:nvSpPr>
        <dsp:cNvPr id="0" name=""/>
        <dsp:cNvSpPr/>
      </dsp:nvSpPr>
      <dsp:spPr>
        <a:xfrm>
          <a:off x="1783507" y="1150220"/>
          <a:ext cx="1107206" cy="6406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41910" numCol="1" spcCol="1270" anchor="t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Estimations</a:t>
          </a:r>
          <a:endParaRPr lang="en-US" sz="1100" kern="1200" dirty="0"/>
        </a:p>
      </dsp:txBody>
      <dsp:txXfrm>
        <a:off x="1783507" y="1150220"/>
        <a:ext cx="1107206" cy="427122"/>
      </dsp:txXfrm>
    </dsp:sp>
    <dsp:sp modelId="{E093AD6A-EB1C-42E4-A6AD-6B5D3AB2CC63}">
      <dsp:nvSpPr>
        <dsp:cNvPr id="0" name=""/>
        <dsp:cNvSpPr/>
      </dsp:nvSpPr>
      <dsp:spPr>
        <a:xfrm>
          <a:off x="2055259" y="1756628"/>
          <a:ext cx="1107206" cy="13872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 smtClean="0"/>
            <a:t>Estimation of IFs</a:t>
          </a:r>
          <a:endParaRPr 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 smtClean="0"/>
            <a:t>Defining Timelines</a:t>
          </a:r>
          <a:endParaRPr lang="en-US" sz="1100" kern="1200" dirty="0"/>
        </a:p>
      </dsp:txBody>
      <dsp:txXfrm>
        <a:off x="2087688" y="1789057"/>
        <a:ext cx="1042348" cy="1322379"/>
      </dsp:txXfrm>
    </dsp:sp>
    <dsp:sp modelId="{E5159039-9105-4BF5-B177-6D63781006F6}">
      <dsp:nvSpPr>
        <dsp:cNvPr id="0" name=""/>
        <dsp:cNvSpPr/>
      </dsp:nvSpPr>
      <dsp:spPr>
        <a:xfrm>
          <a:off x="3058562" y="1225950"/>
          <a:ext cx="355838" cy="2756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900" kern="1200"/>
        </a:p>
      </dsp:txBody>
      <dsp:txXfrm>
        <a:off x="3058562" y="1281082"/>
        <a:ext cx="273139" cy="165398"/>
      </dsp:txXfrm>
    </dsp:sp>
    <dsp:sp modelId="{0CB245B8-E71E-4370-AE9C-0CF3AED65F8F}">
      <dsp:nvSpPr>
        <dsp:cNvPr id="0" name=""/>
        <dsp:cNvSpPr/>
      </dsp:nvSpPr>
      <dsp:spPr>
        <a:xfrm>
          <a:off x="3562108" y="1150220"/>
          <a:ext cx="1107206" cy="6406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41910" numCol="1" spcCol="1270" anchor="t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Scenarios Identification</a:t>
          </a:r>
          <a:endParaRPr lang="en-US" sz="1100" kern="1200" dirty="0"/>
        </a:p>
      </dsp:txBody>
      <dsp:txXfrm>
        <a:off x="3562108" y="1150220"/>
        <a:ext cx="1107206" cy="427122"/>
      </dsp:txXfrm>
    </dsp:sp>
    <dsp:sp modelId="{203FCB76-5C82-4F15-8888-F3D7D17BB17C}">
      <dsp:nvSpPr>
        <dsp:cNvPr id="0" name=""/>
        <dsp:cNvSpPr/>
      </dsp:nvSpPr>
      <dsp:spPr>
        <a:xfrm>
          <a:off x="3794332" y="1756628"/>
          <a:ext cx="1107206" cy="13872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 smtClean="0"/>
            <a:t>Analyzing IFs</a:t>
          </a:r>
          <a:endParaRPr 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 smtClean="0"/>
            <a:t>Query resolution</a:t>
          </a:r>
          <a:endParaRPr 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 smtClean="0"/>
            <a:t>Scenarios creation </a:t>
          </a:r>
          <a:endParaRPr 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 smtClean="0"/>
            <a:t>Scenarios review</a:t>
          </a:r>
          <a:endParaRPr lang="en-US" sz="1100" kern="1200" dirty="0"/>
        </a:p>
      </dsp:txBody>
      <dsp:txXfrm>
        <a:off x="3826761" y="1789057"/>
        <a:ext cx="1042348" cy="1322379"/>
      </dsp:txXfrm>
    </dsp:sp>
    <dsp:sp modelId="{B5D261A3-6DF2-4950-BBD8-292B85683288}">
      <dsp:nvSpPr>
        <dsp:cNvPr id="0" name=""/>
        <dsp:cNvSpPr/>
      </dsp:nvSpPr>
      <dsp:spPr>
        <a:xfrm>
          <a:off x="4837163" y="1225950"/>
          <a:ext cx="355838" cy="2756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900" kern="1200"/>
        </a:p>
      </dsp:txBody>
      <dsp:txXfrm>
        <a:off x="4837163" y="1281082"/>
        <a:ext cx="273139" cy="165398"/>
      </dsp:txXfrm>
    </dsp:sp>
    <dsp:sp modelId="{C32BE188-7E4D-4195-AD9C-A05F61FF2420}">
      <dsp:nvSpPr>
        <dsp:cNvPr id="0" name=""/>
        <dsp:cNvSpPr/>
      </dsp:nvSpPr>
      <dsp:spPr>
        <a:xfrm>
          <a:off x="5340708" y="1150220"/>
          <a:ext cx="1107206" cy="6406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41910" numCol="1" spcCol="1270" anchor="t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Script creation and execution</a:t>
          </a:r>
          <a:endParaRPr lang="en-US" sz="1100" kern="1200" dirty="0"/>
        </a:p>
      </dsp:txBody>
      <dsp:txXfrm>
        <a:off x="5340708" y="1150220"/>
        <a:ext cx="1107206" cy="427122"/>
      </dsp:txXfrm>
    </dsp:sp>
    <dsp:sp modelId="{441E4CEF-5145-4409-B164-794DB0C3C344}">
      <dsp:nvSpPr>
        <dsp:cNvPr id="0" name=""/>
        <dsp:cNvSpPr/>
      </dsp:nvSpPr>
      <dsp:spPr>
        <a:xfrm>
          <a:off x="5533406" y="1756628"/>
          <a:ext cx="1107206" cy="13872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 smtClean="0"/>
            <a:t>Decide approach</a:t>
          </a:r>
          <a:endParaRPr 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 smtClean="0"/>
            <a:t>Test script creation</a:t>
          </a:r>
          <a:endParaRPr 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 smtClean="0"/>
            <a:t>Defect logging </a:t>
          </a:r>
          <a:endParaRPr 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 smtClean="0"/>
            <a:t>Test script review</a:t>
          </a:r>
          <a:endParaRPr lang="en-US" sz="1100" kern="1200" dirty="0"/>
        </a:p>
      </dsp:txBody>
      <dsp:txXfrm>
        <a:off x="5565835" y="1789057"/>
        <a:ext cx="1042348" cy="1322379"/>
      </dsp:txXfrm>
    </dsp:sp>
    <dsp:sp modelId="{42828E70-1EE4-4280-9567-3AE170445E09}">
      <dsp:nvSpPr>
        <dsp:cNvPr id="0" name=""/>
        <dsp:cNvSpPr/>
      </dsp:nvSpPr>
      <dsp:spPr>
        <a:xfrm>
          <a:off x="6615763" y="1225950"/>
          <a:ext cx="355838" cy="2756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900" kern="1200"/>
        </a:p>
      </dsp:txBody>
      <dsp:txXfrm>
        <a:off x="6615763" y="1281082"/>
        <a:ext cx="273139" cy="165398"/>
      </dsp:txXfrm>
    </dsp:sp>
    <dsp:sp modelId="{60F2425B-25B3-4179-8D6F-DDFD0574E246}">
      <dsp:nvSpPr>
        <dsp:cNvPr id="0" name=""/>
        <dsp:cNvSpPr/>
      </dsp:nvSpPr>
      <dsp:spPr>
        <a:xfrm>
          <a:off x="7119309" y="1150220"/>
          <a:ext cx="1107206" cy="6406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41910" numCol="1" spcCol="1270" anchor="t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Jenkins Integration</a:t>
          </a:r>
          <a:endParaRPr lang="en-US" sz="1100" kern="1200" dirty="0"/>
        </a:p>
      </dsp:txBody>
      <dsp:txXfrm>
        <a:off x="7119309" y="1150220"/>
        <a:ext cx="1107206" cy="427122"/>
      </dsp:txXfrm>
    </dsp:sp>
    <dsp:sp modelId="{FD3F1D45-BF27-4ACA-9852-664382D7F2E7}">
      <dsp:nvSpPr>
        <dsp:cNvPr id="0" name=""/>
        <dsp:cNvSpPr/>
      </dsp:nvSpPr>
      <dsp:spPr>
        <a:xfrm>
          <a:off x="7350993" y="1756628"/>
          <a:ext cx="1107206" cy="13872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 smtClean="0"/>
            <a:t>Upload project to GIT</a:t>
          </a:r>
          <a:endParaRPr 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 smtClean="0"/>
            <a:t>Configure Jenkins  to add </a:t>
          </a:r>
          <a:r>
            <a:rPr lang="en-US" sz="1100" kern="1200" dirty="0" err="1" smtClean="0"/>
            <a:t>SoapUI</a:t>
          </a:r>
          <a:r>
            <a:rPr lang="en-US" sz="1100" kern="1200" dirty="0" smtClean="0"/>
            <a:t> project</a:t>
          </a:r>
          <a:endParaRPr 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1100" kern="1200" dirty="0"/>
        </a:p>
      </dsp:txBody>
      <dsp:txXfrm>
        <a:off x="7383422" y="1789057"/>
        <a:ext cx="1042348" cy="132237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F4F99D-9096-4048-8EAA-C644272FF96A}">
      <dsp:nvSpPr>
        <dsp:cNvPr id="0" name=""/>
        <dsp:cNvSpPr/>
      </dsp:nvSpPr>
      <dsp:spPr>
        <a:xfrm>
          <a:off x="5913" y="1262304"/>
          <a:ext cx="1365310" cy="7067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45720" numCol="1" spcCol="1270" anchor="t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Plan changes for new release</a:t>
          </a:r>
          <a:endParaRPr lang="en-US" sz="1200" kern="1200" dirty="0"/>
        </a:p>
      </dsp:txBody>
      <dsp:txXfrm>
        <a:off x="5913" y="1262304"/>
        <a:ext cx="1365310" cy="471159"/>
      </dsp:txXfrm>
    </dsp:sp>
    <dsp:sp modelId="{EF55D191-6184-4FC5-A1EE-EE40C3871CBC}">
      <dsp:nvSpPr>
        <dsp:cNvPr id="0" name=""/>
        <dsp:cNvSpPr/>
      </dsp:nvSpPr>
      <dsp:spPr>
        <a:xfrm>
          <a:off x="304805" y="1928964"/>
          <a:ext cx="1365310" cy="157623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00" kern="1200" dirty="0" smtClean="0"/>
            <a:t>Identify</a:t>
          </a:r>
          <a:r>
            <a:rPr lang="en-US" sz="1000" kern="1200" baseline="0" dirty="0" smtClean="0"/>
            <a:t> changes in Automated APIs from ”API development plan”</a:t>
          </a:r>
          <a:endParaRPr lang="en-US" sz="1000" kern="1200" dirty="0"/>
        </a:p>
      </dsp:txBody>
      <dsp:txXfrm>
        <a:off x="344794" y="1968953"/>
        <a:ext cx="1285332" cy="1496252"/>
      </dsp:txXfrm>
    </dsp:sp>
    <dsp:sp modelId="{4EA97A10-37C0-4B3C-8B4F-D8EC38CA2882}">
      <dsp:nvSpPr>
        <dsp:cNvPr id="0" name=""/>
        <dsp:cNvSpPr/>
      </dsp:nvSpPr>
      <dsp:spPr>
        <a:xfrm>
          <a:off x="1578199" y="1327923"/>
          <a:ext cx="438789" cy="33992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400" kern="1200"/>
        </a:p>
      </dsp:txBody>
      <dsp:txXfrm>
        <a:off x="1578199" y="1395907"/>
        <a:ext cx="336812" cy="203954"/>
      </dsp:txXfrm>
    </dsp:sp>
    <dsp:sp modelId="{BF6CABCE-7128-4164-A8E2-C63F200046FA}">
      <dsp:nvSpPr>
        <dsp:cNvPr id="0" name=""/>
        <dsp:cNvSpPr/>
      </dsp:nvSpPr>
      <dsp:spPr>
        <a:xfrm>
          <a:off x="2199127" y="1262304"/>
          <a:ext cx="1365310" cy="7067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45720" numCol="1" spcCol="1270" anchor="t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Estimations</a:t>
          </a:r>
          <a:endParaRPr lang="en-US" sz="1200" kern="1200" dirty="0"/>
        </a:p>
      </dsp:txBody>
      <dsp:txXfrm>
        <a:off x="2199127" y="1262304"/>
        <a:ext cx="1365310" cy="471159"/>
      </dsp:txXfrm>
    </dsp:sp>
    <dsp:sp modelId="{E093AD6A-EB1C-42E4-A6AD-6B5D3AB2CC63}">
      <dsp:nvSpPr>
        <dsp:cNvPr id="0" name=""/>
        <dsp:cNvSpPr/>
      </dsp:nvSpPr>
      <dsp:spPr>
        <a:xfrm>
          <a:off x="2590806" y="1928964"/>
          <a:ext cx="1365310" cy="157623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00" kern="1200" dirty="0" smtClean="0"/>
            <a:t>Estimation for changes</a:t>
          </a:r>
          <a:endParaRPr lang="en-US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00" kern="1200" dirty="0" smtClean="0"/>
            <a:t>Defining Timelines</a:t>
          </a:r>
          <a:endParaRPr lang="en-US" sz="1000" kern="1200" dirty="0"/>
        </a:p>
      </dsp:txBody>
      <dsp:txXfrm>
        <a:off x="2630795" y="1968953"/>
        <a:ext cx="1285332" cy="1496252"/>
      </dsp:txXfrm>
    </dsp:sp>
    <dsp:sp modelId="{E5159039-9105-4BF5-B177-6D63781006F6}">
      <dsp:nvSpPr>
        <dsp:cNvPr id="0" name=""/>
        <dsp:cNvSpPr/>
      </dsp:nvSpPr>
      <dsp:spPr>
        <a:xfrm>
          <a:off x="3771413" y="1327923"/>
          <a:ext cx="438789" cy="33992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400" kern="1200"/>
        </a:p>
      </dsp:txBody>
      <dsp:txXfrm>
        <a:off x="3771413" y="1395907"/>
        <a:ext cx="336812" cy="203954"/>
      </dsp:txXfrm>
    </dsp:sp>
    <dsp:sp modelId="{0CB245B8-E71E-4370-AE9C-0CF3AED65F8F}">
      <dsp:nvSpPr>
        <dsp:cNvPr id="0" name=""/>
        <dsp:cNvSpPr/>
      </dsp:nvSpPr>
      <dsp:spPr>
        <a:xfrm>
          <a:off x="4392342" y="1262304"/>
          <a:ext cx="1365310" cy="7067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45720" numCol="1" spcCol="1270" anchor="t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Scenarios Identification</a:t>
          </a:r>
          <a:endParaRPr lang="en-US" sz="1200" kern="1200" dirty="0"/>
        </a:p>
      </dsp:txBody>
      <dsp:txXfrm>
        <a:off x="4392342" y="1262304"/>
        <a:ext cx="1365310" cy="471159"/>
      </dsp:txXfrm>
    </dsp:sp>
    <dsp:sp modelId="{203FCB76-5C82-4F15-8888-F3D7D17BB17C}">
      <dsp:nvSpPr>
        <dsp:cNvPr id="0" name=""/>
        <dsp:cNvSpPr/>
      </dsp:nvSpPr>
      <dsp:spPr>
        <a:xfrm>
          <a:off x="4759746" y="1928964"/>
          <a:ext cx="1365310" cy="157623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00" kern="1200" dirty="0" smtClean="0"/>
            <a:t>Analyzing IFs</a:t>
          </a:r>
          <a:endParaRPr lang="en-US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00" kern="1200" dirty="0" smtClean="0"/>
            <a:t>Query resolution</a:t>
          </a:r>
          <a:endParaRPr lang="en-US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00" kern="1200" dirty="0" smtClean="0"/>
            <a:t>Scenarios creation </a:t>
          </a:r>
          <a:endParaRPr lang="en-US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00" kern="1200" dirty="0" smtClean="0"/>
            <a:t>Scenarios review</a:t>
          </a:r>
          <a:endParaRPr lang="en-US" sz="1000" kern="1200" dirty="0"/>
        </a:p>
      </dsp:txBody>
      <dsp:txXfrm>
        <a:off x="4799735" y="1968953"/>
        <a:ext cx="1285332" cy="1496252"/>
      </dsp:txXfrm>
    </dsp:sp>
    <dsp:sp modelId="{B5D261A3-6DF2-4950-BBD8-292B85683288}">
      <dsp:nvSpPr>
        <dsp:cNvPr id="0" name=""/>
        <dsp:cNvSpPr/>
      </dsp:nvSpPr>
      <dsp:spPr>
        <a:xfrm>
          <a:off x="5964628" y="1327923"/>
          <a:ext cx="438789" cy="33992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400" kern="1200"/>
        </a:p>
      </dsp:txBody>
      <dsp:txXfrm>
        <a:off x="5964628" y="1395907"/>
        <a:ext cx="336812" cy="203954"/>
      </dsp:txXfrm>
    </dsp:sp>
    <dsp:sp modelId="{C32BE188-7E4D-4195-AD9C-A05F61FF2420}">
      <dsp:nvSpPr>
        <dsp:cNvPr id="0" name=""/>
        <dsp:cNvSpPr/>
      </dsp:nvSpPr>
      <dsp:spPr>
        <a:xfrm>
          <a:off x="6585556" y="1262304"/>
          <a:ext cx="1365310" cy="7067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45720" numCol="1" spcCol="1270" anchor="t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Script creation /modification and execution</a:t>
          </a:r>
          <a:endParaRPr lang="en-US" sz="1200" kern="1200" dirty="0"/>
        </a:p>
      </dsp:txBody>
      <dsp:txXfrm>
        <a:off x="6585556" y="1262304"/>
        <a:ext cx="1365310" cy="471159"/>
      </dsp:txXfrm>
    </dsp:sp>
    <dsp:sp modelId="{441E4CEF-5145-4409-B164-794DB0C3C344}">
      <dsp:nvSpPr>
        <dsp:cNvPr id="0" name=""/>
        <dsp:cNvSpPr/>
      </dsp:nvSpPr>
      <dsp:spPr>
        <a:xfrm>
          <a:off x="6801732" y="1928964"/>
          <a:ext cx="1504066" cy="157623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00" kern="1200" dirty="0" smtClean="0"/>
            <a:t>Decide automation approach</a:t>
          </a:r>
          <a:endParaRPr lang="en-US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00" kern="1200" dirty="0" smtClean="0"/>
            <a:t>Test script creation/modification </a:t>
          </a:r>
          <a:endParaRPr lang="en-US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00" kern="1200" dirty="0" smtClean="0"/>
            <a:t>Defect logging </a:t>
          </a:r>
          <a:endParaRPr lang="en-US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00" kern="1200" dirty="0" smtClean="0"/>
            <a:t>Test script review</a:t>
          </a:r>
          <a:endParaRPr lang="en-US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00" kern="1200" dirty="0" smtClean="0"/>
            <a:t>Upload project to GIT</a:t>
          </a:r>
          <a:endParaRPr lang="en-US" sz="1000" kern="1200" dirty="0"/>
        </a:p>
      </dsp:txBody>
      <dsp:txXfrm>
        <a:off x="6845785" y="1973017"/>
        <a:ext cx="1415960" cy="14881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3DB0290-AD4D-4875-AE36-9B95EED37B23}" type="datetimeFigureOut">
              <a:rPr lang="en-US"/>
              <a:pPr>
                <a:defRPr/>
              </a:pPr>
              <a:t>12/22/2014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A392957E-9FAD-400F-965F-6B63005E97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3294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4DB1155-23EC-48ED-968C-871B97B5CB18}" type="datetimeFigureOut">
              <a:rPr lang="en-US"/>
              <a:pPr>
                <a:defRPr/>
              </a:pPr>
              <a:t>12/22/2014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08DA488-622B-4B03-89F7-0C7090BEF1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99055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7373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C7D275F5-F69B-460B-8F27-34AB843E6F90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en-US" dirty="0"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55327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4"/>
          <p:cNvSpPr>
            <a:spLocks noGrp="1" noChangeArrowheads="1"/>
          </p:cNvSpPr>
          <p:nvPr>
            <p:ph type="sldNum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682710" algn="l"/>
                <a:tab pos="1365420" algn="l"/>
                <a:tab pos="2048130" algn="l"/>
                <a:tab pos="2730840" algn="l"/>
              </a:tabLst>
              <a:defRPr sz="1100"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682710" algn="l"/>
                <a:tab pos="1365420" algn="l"/>
                <a:tab pos="2048130" algn="l"/>
                <a:tab pos="2730840" algn="l"/>
              </a:tabLst>
              <a:defRPr sz="1100"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682710" algn="l"/>
                <a:tab pos="1365420" algn="l"/>
                <a:tab pos="2048130" algn="l"/>
                <a:tab pos="2730840" algn="l"/>
              </a:tabLst>
              <a:defRPr sz="1100"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682710" algn="l"/>
                <a:tab pos="1365420" algn="l"/>
                <a:tab pos="2048130" algn="l"/>
                <a:tab pos="2730840" algn="l"/>
              </a:tabLst>
              <a:defRPr sz="1100"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682710" algn="l"/>
                <a:tab pos="1365420" algn="l"/>
                <a:tab pos="2048130" algn="l"/>
                <a:tab pos="2730840" algn="l"/>
              </a:tabLst>
              <a:defRPr sz="1100"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5pPr>
            <a:lvl6pPr marL="2371519" indent="-215593" defTabSz="4237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682710" algn="l"/>
                <a:tab pos="1365420" algn="l"/>
                <a:tab pos="2048130" algn="l"/>
                <a:tab pos="2730840" algn="l"/>
              </a:tabLst>
              <a:defRPr sz="1100"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6pPr>
            <a:lvl7pPr marL="2802705" indent="-215593" defTabSz="4237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682710" algn="l"/>
                <a:tab pos="1365420" algn="l"/>
                <a:tab pos="2048130" algn="l"/>
                <a:tab pos="2730840" algn="l"/>
              </a:tabLst>
              <a:defRPr sz="1100"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7pPr>
            <a:lvl8pPr marL="3233890" indent="-215593" defTabSz="4237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682710" algn="l"/>
                <a:tab pos="1365420" algn="l"/>
                <a:tab pos="2048130" algn="l"/>
                <a:tab pos="2730840" algn="l"/>
              </a:tabLst>
              <a:defRPr sz="1100"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8pPr>
            <a:lvl9pPr marL="3665075" indent="-215593" defTabSz="4237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682710" algn="l"/>
                <a:tab pos="1365420" algn="l"/>
                <a:tab pos="2048130" algn="l"/>
                <a:tab pos="2730840" algn="l"/>
              </a:tabLst>
              <a:defRPr sz="1100"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6BBAE40-8EE5-40F8-9A1E-832B0BA4A02B}" type="slidenum">
              <a:rPr lang="en-US" altLang="ja-JP" sz="1300">
                <a:ea typeface="ＭＳ Ｐ明朝" pitchFamily="18" charset="-128"/>
              </a:rPr>
              <a:pPr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en-US" altLang="ja-JP" sz="1300">
              <a:ea typeface="ＭＳ Ｐ明朝" pitchFamily="18" charset="-128"/>
            </a:endParaRPr>
          </a:p>
        </p:txBody>
      </p:sp>
      <p:sp>
        <p:nvSpPr>
          <p:cNvPr id="17411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0" y="0"/>
            <a:ext cx="1588" cy="15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0" y="-208048"/>
            <a:ext cx="1574" cy="418986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ts val="424"/>
              </a:spcBef>
              <a:tabLst>
                <a:tab pos="0" algn="l"/>
                <a:tab pos="422202" algn="l"/>
                <a:tab pos="845902" algn="l"/>
                <a:tab pos="1269601" algn="l"/>
                <a:tab pos="1693301" algn="l"/>
                <a:tab pos="2117000" algn="l"/>
                <a:tab pos="2540700" algn="l"/>
                <a:tab pos="2964399" algn="l"/>
                <a:tab pos="3388099" algn="l"/>
                <a:tab pos="3811798" algn="l"/>
                <a:tab pos="4235498" algn="l"/>
                <a:tab pos="4659197" algn="l"/>
                <a:tab pos="5082897" algn="l"/>
                <a:tab pos="5506596" algn="l"/>
                <a:tab pos="5930296" algn="l"/>
                <a:tab pos="6353995" algn="l"/>
                <a:tab pos="6777695" algn="l"/>
                <a:tab pos="7201394" algn="l"/>
                <a:tab pos="7625094" algn="l"/>
                <a:tab pos="8048793" algn="l"/>
                <a:tab pos="8472493" algn="l"/>
              </a:tabLst>
            </a:pPr>
            <a:endParaRPr lang="en-US" altLang="ja-JP" smtClean="0">
              <a:latin typeface="Times New Roman" pitchFamily="18" charset="0"/>
              <a:ea typeface="ＭＳ Ｐゴシック" pitchFamily="50" charset="-128"/>
            </a:endParaRPr>
          </a:p>
        </p:txBody>
      </p:sp>
      <p:sp>
        <p:nvSpPr>
          <p:cNvPr id="26629" name="Text Box 3"/>
          <p:cNvSpPr txBox="1">
            <a:spLocks noChangeArrowheads="1"/>
          </p:cNvSpPr>
          <p:nvPr/>
        </p:nvSpPr>
        <p:spPr bwMode="auto">
          <a:xfrm>
            <a:off x="0" y="0"/>
            <a:ext cx="1574" cy="14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84879" tIns="42440" rIns="84879" bIns="42440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9pPr>
          </a:lstStyle>
          <a:p>
            <a:pPr>
              <a:spcBef>
                <a:spcPts val="224"/>
              </a:spcBef>
              <a:buClrTx/>
            </a:pPr>
            <a:fld id="{083249EB-FED4-43B9-AAF1-C125535EEA6E}" type="slidenum">
              <a:rPr lang="en-US" altLang="ja-JP">
                <a:latin typeface="ＭＳ Ｐゴシック" pitchFamily="50" charset="-128"/>
              </a:rPr>
              <a:pPr>
                <a:spcBef>
                  <a:spcPts val="224"/>
                </a:spcBef>
                <a:buClrTx/>
              </a:pPr>
              <a:t>9</a:t>
            </a:fld>
            <a:endParaRPr lang="en-US" altLang="ja-JP">
              <a:latin typeface="ＭＳ Ｐゴシック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909417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4"/>
          <p:cNvSpPr>
            <a:spLocks noGrp="1" noChangeArrowheads="1"/>
          </p:cNvSpPr>
          <p:nvPr>
            <p:ph type="sldNum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682710" algn="l"/>
                <a:tab pos="1365420" algn="l"/>
                <a:tab pos="2048130" algn="l"/>
                <a:tab pos="2730840" algn="l"/>
              </a:tabLst>
              <a:defRPr sz="1100"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682710" algn="l"/>
                <a:tab pos="1365420" algn="l"/>
                <a:tab pos="2048130" algn="l"/>
                <a:tab pos="2730840" algn="l"/>
              </a:tabLst>
              <a:defRPr sz="1100"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682710" algn="l"/>
                <a:tab pos="1365420" algn="l"/>
                <a:tab pos="2048130" algn="l"/>
                <a:tab pos="2730840" algn="l"/>
              </a:tabLst>
              <a:defRPr sz="1100"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682710" algn="l"/>
                <a:tab pos="1365420" algn="l"/>
                <a:tab pos="2048130" algn="l"/>
                <a:tab pos="2730840" algn="l"/>
              </a:tabLst>
              <a:defRPr sz="1100"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682710" algn="l"/>
                <a:tab pos="1365420" algn="l"/>
                <a:tab pos="2048130" algn="l"/>
                <a:tab pos="2730840" algn="l"/>
              </a:tabLst>
              <a:defRPr sz="1100"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5pPr>
            <a:lvl6pPr marL="2371519" indent="-215593" defTabSz="4237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682710" algn="l"/>
                <a:tab pos="1365420" algn="l"/>
                <a:tab pos="2048130" algn="l"/>
                <a:tab pos="2730840" algn="l"/>
              </a:tabLst>
              <a:defRPr sz="1100"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6pPr>
            <a:lvl7pPr marL="2802705" indent="-215593" defTabSz="4237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682710" algn="l"/>
                <a:tab pos="1365420" algn="l"/>
                <a:tab pos="2048130" algn="l"/>
                <a:tab pos="2730840" algn="l"/>
              </a:tabLst>
              <a:defRPr sz="1100"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7pPr>
            <a:lvl8pPr marL="3233890" indent="-215593" defTabSz="4237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682710" algn="l"/>
                <a:tab pos="1365420" algn="l"/>
                <a:tab pos="2048130" algn="l"/>
                <a:tab pos="2730840" algn="l"/>
              </a:tabLst>
              <a:defRPr sz="1100"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8pPr>
            <a:lvl9pPr marL="3665075" indent="-215593" defTabSz="4237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682710" algn="l"/>
                <a:tab pos="1365420" algn="l"/>
                <a:tab pos="2048130" algn="l"/>
                <a:tab pos="2730840" algn="l"/>
              </a:tabLst>
              <a:defRPr sz="1100"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DDD3776-1434-4A87-A545-2DBDE0EB69C4}" type="slidenum">
              <a:rPr lang="en-US" altLang="ja-JP" sz="1300">
                <a:ea typeface="ＭＳ Ｐ明朝" pitchFamily="18" charset="-128"/>
              </a:rPr>
              <a:pPr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en-US" altLang="ja-JP" sz="1300">
              <a:ea typeface="ＭＳ Ｐ明朝" pitchFamily="18" charset="-128"/>
            </a:endParaRPr>
          </a:p>
        </p:txBody>
      </p:sp>
      <p:sp>
        <p:nvSpPr>
          <p:cNvPr id="3174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0" y="0"/>
            <a:ext cx="1588" cy="15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174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0" y="-208048"/>
            <a:ext cx="1574" cy="418986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ts val="424"/>
              </a:spcBef>
              <a:tabLst>
                <a:tab pos="0" algn="l"/>
                <a:tab pos="422202" algn="l"/>
                <a:tab pos="845902" algn="l"/>
                <a:tab pos="1269601" algn="l"/>
                <a:tab pos="1693301" algn="l"/>
                <a:tab pos="2117000" algn="l"/>
                <a:tab pos="2540700" algn="l"/>
                <a:tab pos="2964399" algn="l"/>
                <a:tab pos="3388099" algn="l"/>
                <a:tab pos="3811798" algn="l"/>
                <a:tab pos="4235498" algn="l"/>
                <a:tab pos="4659197" algn="l"/>
                <a:tab pos="5082897" algn="l"/>
                <a:tab pos="5506596" algn="l"/>
                <a:tab pos="5930296" algn="l"/>
                <a:tab pos="6353995" algn="l"/>
                <a:tab pos="6777695" algn="l"/>
                <a:tab pos="7201394" algn="l"/>
                <a:tab pos="7625094" algn="l"/>
                <a:tab pos="8048793" algn="l"/>
                <a:tab pos="8472493" algn="l"/>
              </a:tabLst>
            </a:pPr>
            <a:endParaRPr lang="en-US" altLang="ja-JP" smtClean="0">
              <a:latin typeface="Times New Roman" pitchFamily="18" charset="0"/>
              <a:ea typeface="ＭＳ Ｐゴシック" pitchFamily="50" charset="-128"/>
            </a:endParaRPr>
          </a:p>
        </p:txBody>
      </p:sp>
      <p:sp>
        <p:nvSpPr>
          <p:cNvPr id="26629" name="Text Box 3"/>
          <p:cNvSpPr txBox="1">
            <a:spLocks noChangeArrowheads="1"/>
          </p:cNvSpPr>
          <p:nvPr/>
        </p:nvSpPr>
        <p:spPr bwMode="auto">
          <a:xfrm>
            <a:off x="0" y="0"/>
            <a:ext cx="1574" cy="14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84879" tIns="42440" rIns="84879" bIns="42440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9pPr>
          </a:lstStyle>
          <a:p>
            <a:pPr>
              <a:spcBef>
                <a:spcPts val="224"/>
              </a:spcBef>
              <a:buClrTx/>
            </a:pPr>
            <a:fld id="{A5D188BA-418B-41AC-ACE4-5F8A5F24BB41}" type="slidenum">
              <a:rPr lang="en-US" altLang="ja-JP">
                <a:latin typeface="ＭＳ Ｐゴシック" pitchFamily="50" charset="-128"/>
              </a:rPr>
              <a:pPr>
                <a:spcBef>
                  <a:spcPts val="224"/>
                </a:spcBef>
                <a:buClrTx/>
              </a:pPr>
              <a:t>11</a:t>
            </a:fld>
            <a:endParaRPr lang="en-US" altLang="ja-JP">
              <a:latin typeface="ＭＳ Ｐゴシック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356686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9"/>
          <p:cNvSpPr>
            <a:spLocks noGrp="1" noChangeArrowheads="1"/>
          </p:cNvSpPr>
          <p:nvPr>
            <p:ph type="sldNum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682710" algn="l"/>
                <a:tab pos="1365420" algn="l"/>
                <a:tab pos="2048130" algn="l"/>
                <a:tab pos="2730840" algn="l"/>
              </a:tabLst>
              <a:defRPr sz="1100"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682710" algn="l"/>
                <a:tab pos="1365420" algn="l"/>
                <a:tab pos="2048130" algn="l"/>
                <a:tab pos="2730840" algn="l"/>
              </a:tabLst>
              <a:defRPr sz="1100"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682710" algn="l"/>
                <a:tab pos="1365420" algn="l"/>
                <a:tab pos="2048130" algn="l"/>
                <a:tab pos="2730840" algn="l"/>
              </a:tabLst>
              <a:defRPr sz="1100"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682710" algn="l"/>
                <a:tab pos="1365420" algn="l"/>
                <a:tab pos="2048130" algn="l"/>
                <a:tab pos="2730840" algn="l"/>
              </a:tabLst>
              <a:defRPr sz="1100"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682710" algn="l"/>
                <a:tab pos="1365420" algn="l"/>
                <a:tab pos="2048130" algn="l"/>
                <a:tab pos="2730840" algn="l"/>
              </a:tabLst>
              <a:defRPr sz="1100"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5pPr>
            <a:lvl6pPr marL="2371519" indent="-215593" defTabSz="4237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682710" algn="l"/>
                <a:tab pos="1365420" algn="l"/>
                <a:tab pos="2048130" algn="l"/>
                <a:tab pos="2730840" algn="l"/>
              </a:tabLst>
              <a:defRPr sz="1100"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6pPr>
            <a:lvl7pPr marL="2802705" indent="-215593" defTabSz="4237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682710" algn="l"/>
                <a:tab pos="1365420" algn="l"/>
                <a:tab pos="2048130" algn="l"/>
                <a:tab pos="2730840" algn="l"/>
              </a:tabLst>
              <a:defRPr sz="1100"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7pPr>
            <a:lvl8pPr marL="3233890" indent="-215593" defTabSz="4237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682710" algn="l"/>
                <a:tab pos="1365420" algn="l"/>
                <a:tab pos="2048130" algn="l"/>
                <a:tab pos="2730840" algn="l"/>
              </a:tabLst>
              <a:defRPr sz="1100"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8pPr>
            <a:lvl9pPr marL="3665075" indent="-215593" defTabSz="4237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682710" algn="l"/>
                <a:tab pos="1365420" algn="l"/>
                <a:tab pos="2048130" algn="l"/>
                <a:tab pos="2730840" algn="l"/>
              </a:tabLst>
              <a:defRPr sz="1100"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7862EA4-34B2-4C86-A8E0-0BE80FC480DD}" type="slidenum">
              <a:rPr lang="en-US" altLang="ja-JP" sz="1300">
                <a:ea typeface="ＭＳ Ｐ明朝" pitchFamily="18" charset="-128"/>
              </a:rPr>
              <a:pPr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lang="en-US" altLang="ja-JP" sz="1300">
              <a:ea typeface="ＭＳ Ｐ明朝" pitchFamily="18" charset="-128"/>
            </a:endParaRPr>
          </a:p>
        </p:txBody>
      </p:sp>
      <p:sp>
        <p:nvSpPr>
          <p:cNvPr id="3481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0" y="0"/>
            <a:ext cx="1588" cy="15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482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0" y="-208048"/>
            <a:ext cx="1574" cy="418986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ts val="424"/>
              </a:spcBef>
              <a:tabLst>
                <a:tab pos="0" algn="l"/>
                <a:tab pos="422202" algn="l"/>
                <a:tab pos="845902" algn="l"/>
                <a:tab pos="1269601" algn="l"/>
                <a:tab pos="1693301" algn="l"/>
                <a:tab pos="2117000" algn="l"/>
                <a:tab pos="2540700" algn="l"/>
                <a:tab pos="2964399" algn="l"/>
                <a:tab pos="3388099" algn="l"/>
                <a:tab pos="3811798" algn="l"/>
                <a:tab pos="4235498" algn="l"/>
                <a:tab pos="4659197" algn="l"/>
                <a:tab pos="5082897" algn="l"/>
                <a:tab pos="5506596" algn="l"/>
                <a:tab pos="5930296" algn="l"/>
                <a:tab pos="6353995" algn="l"/>
                <a:tab pos="6777695" algn="l"/>
                <a:tab pos="7201394" algn="l"/>
                <a:tab pos="7625094" algn="l"/>
                <a:tab pos="8048793" algn="l"/>
                <a:tab pos="8472493" algn="l"/>
              </a:tabLst>
            </a:pPr>
            <a:endParaRPr lang="en-US" altLang="ja-JP" smtClean="0">
              <a:latin typeface="Times New Roman" pitchFamily="18" charset="0"/>
              <a:ea typeface="ＭＳ Ｐゴシック" pitchFamily="50" charset="-128"/>
            </a:endParaRPr>
          </a:p>
        </p:txBody>
      </p:sp>
      <p:sp>
        <p:nvSpPr>
          <p:cNvPr id="29701" name="Text Box 3"/>
          <p:cNvSpPr txBox="1">
            <a:spLocks noChangeArrowheads="1"/>
          </p:cNvSpPr>
          <p:nvPr/>
        </p:nvSpPr>
        <p:spPr bwMode="auto">
          <a:xfrm>
            <a:off x="0" y="0"/>
            <a:ext cx="1574" cy="14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84879" tIns="42440" rIns="84879" bIns="42440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9pPr>
          </a:lstStyle>
          <a:p>
            <a:pPr>
              <a:spcBef>
                <a:spcPts val="224"/>
              </a:spcBef>
              <a:buClrTx/>
            </a:pPr>
            <a:fld id="{2110E225-BA13-492A-968D-9FF720BC53EC}" type="slidenum">
              <a:rPr lang="en-US" altLang="ja-JP">
                <a:latin typeface="ＭＳ Ｐゴシック" pitchFamily="50" charset="-128"/>
              </a:rPr>
              <a:pPr>
                <a:spcBef>
                  <a:spcPts val="224"/>
                </a:spcBef>
                <a:buClrTx/>
              </a:pPr>
              <a:t>14</a:t>
            </a:fld>
            <a:endParaRPr lang="en-US" altLang="ja-JP">
              <a:latin typeface="ＭＳ Ｐゴシック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550128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547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10547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BFC098BE-2450-4FD3-894F-B15F79DEF8A6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15</a:t>
            </a:fld>
            <a:endParaRPr lang="en-US" dirty="0"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29699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Slide -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692150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Rectangle 3"/>
          <p:cNvSpPr/>
          <p:nvPr userDrawn="1"/>
        </p:nvSpPr>
        <p:spPr>
          <a:xfrm>
            <a:off x="1520825" y="692150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658112" y="1116433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3200" baseline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2660EB3A-D604-4AB8-B6FE-517D58584C8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64" y="120087"/>
            <a:ext cx="1546985" cy="43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569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Slide - Option 1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 descr="iStock_000005255967_WBack_03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44" t="21" b="7971"/>
          <a:stretch>
            <a:fillRect/>
          </a:stretch>
        </p:blipFill>
        <p:spPr bwMode="auto">
          <a:xfrm>
            <a:off x="0" y="690563"/>
            <a:ext cx="9144000" cy="6167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 userDrawn="1"/>
        </p:nvSpPr>
        <p:spPr>
          <a:xfrm>
            <a:off x="0" y="692150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 userDrawn="1"/>
        </p:nvSpPr>
        <p:spPr>
          <a:xfrm>
            <a:off x="1520825" y="692150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" name="Footer Placeholder 3"/>
          <p:cNvSpPr txBox="1">
            <a:spLocks noGrp="1"/>
          </p:cNvSpPr>
          <p:nvPr userDrawn="1"/>
        </p:nvSpPr>
        <p:spPr bwMode="auto">
          <a:xfrm>
            <a:off x="3733800" y="6497638"/>
            <a:ext cx="526732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50" dirty="0">
                <a:latin typeface="Kozuka Gothic Pro M" pitchFamily="34" charset="-128"/>
              </a:rPr>
              <a:t> </a:t>
            </a:r>
            <a:r>
              <a:rPr lang="en-US" sz="65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Copyright © 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2014. </a:t>
            </a:r>
            <a:r>
              <a:rPr lang="en-US" sz="65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Cybage Software Pvt. Ltd. All Rights Reserved. Cybage Confidential.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658112" y="1116433"/>
            <a:ext cx="7257288" cy="56661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3941763" algn="l"/>
              </a:tabLst>
              <a:defRPr lang="en-US" sz="3200" kern="1200" baseline="0" dirty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E024804-5FE4-43EB-A3DC-CE9465AC980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64" y="120087"/>
            <a:ext cx="1546985" cy="43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609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Slide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2673350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Rectangle 3"/>
          <p:cNvSpPr/>
          <p:nvPr userDrawn="1"/>
        </p:nvSpPr>
        <p:spPr>
          <a:xfrm>
            <a:off x="1520825" y="2673350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1658112" y="3097887"/>
            <a:ext cx="7257288" cy="56661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3941763" algn="l"/>
              </a:tabLst>
              <a:defRPr lang="en-US" sz="3200" kern="1200" baseline="0" dirty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EAE39FDE-B22A-46FC-A160-90B07DD945B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64" y="120087"/>
            <a:ext cx="1546985" cy="43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528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Option - Option 2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/>
          <p:cNvPicPr>
            <a:picLocks noChangeAspect="1" noChangeArrowheads="1"/>
          </p:cNvPicPr>
          <p:nvPr userDrawn="1"/>
        </p:nvPicPr>
        <p:blipFill>
          <a:blip r:embed="rId2">
            <a:lum bright="-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29" t="5225" b="14674"/>
          <a:stretch>
            <a:fillRect/>
          </a:stretch>
        </p:blipFill>
        <p:spPr bwMode="auto">
          <a:xfrm>
            <a:off x="0" y="687388"/>
            <a:ext cx="9144000" cy="6170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 userDrawn="1"/>
        </p:nvSpPr>
        <p:spPr>
          <a:xfrm>
            <a:off x="0" y="2673350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 userDrawn="1"/>
        </p:nvSpPr>
        <p:spPr>
          <a:xfrm>
            <a:off x="1520825" y="2673350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" name="Footer Placeholder 3"/>
          <p:cNvSpPr txBox="1">
            <a:spLocks noGrp="1"/>
          </p:cNvSpPr>
          <p:nvPr userDrawn="1"/>
        </p:nvSpPr>
        <p:spPr bwMode="auto">
          <a:xfrm>
            <a:off x="3733800" y="6497638"/>
            <a:ext cx="526732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50" dirty="0">
                <a:latin typeface="Kozuka Gothic Pro M" pitchFamily="34" charset="-128"/>
              </a:rPr>
              <a:t> </a:t>
            </a:r>
            <a:r>
              <a:rPr lang="en-US" sz="65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Copyright © 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2014. </a:t>
            </a:r>
            <a:r>
              <a:rPr lang="en-US" sz="65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Cybage Software Pvt. Ltd. All Rights Reserved. Cybage Confidential.</a:t>
            </a:r>
          </a:p>
        </p:txBody>
      </p:sp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1658112" y="3097887"/>
            <a:ext cx="7257288" cy="56661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3941763" algn="l"/>
              </a:tabLst>
              <a:defRPr lang="en-US" sz="3200" kern="1200" baseline="0" dirty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5C41715D-A6B8-40A7-95E6-CFD2F83C7AF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64" y="120087"/>
            <a:ext cx="1546985" cy="43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620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Slide -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4587875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 userDrawn="1"/>
        </p:nvSpPr>
        <p:spPr>
          <a:xfrm>
            <a:off x="1520825" y="4587875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658112" y="5012158"/>
            <a:ext cx="7257288" cy="56661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3941763" algn="l"/>
              </a:tabLst>
              <a:defRPr lang="en-US" sz="3200" kern="1200" baseline="0" dirty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BD295889-5643-4F2A-A2EA-6C57F8E41B4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64" y="120087"/>
            <a:ext cx="1546985" cy="43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551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Slide - Option 3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" descr="iStock_000002285402XSmall_02.jpg"/>
          <p:cNvPicPr>
            <a:picLocks noChangeAspect="1"/>
          </p:cNvPicPr>
          <p:nvPr userDrawn="1"/>
        </p:nvPicPr>
        <p:blipFill>
          <a:blip r:embed="rId2">
            <a:lum bright="-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0" t="3665" r="1407"/>
          <a:stretch>
            <a:fillRect/>
          </a:stretch>
        </p:blipFill>
        <p:spPr bwMode="auto">
          <a:xfrm>
            <a:off x="0" y="687388"/>
            <a:ext cx="9142413" cy="616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Footer Placeholder 3"/>
          <p:cNvSpPr txBox="1">
            <a:spLocks noGrp="1"/>
          </p:cNvSpPr>
          <p:nvPr userDrawn="1"/>
        </p:nvSpPr>
        <p:spPr bwMode="auto">
          <a:xfrm>
            <a:off x="3733800" y="6497638"/>
            <a:ext cx="526732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50" dirty="0">
                <a:latin typeface="Kozuka Gothic Pro M" pitchFamily="34" charset="-128"/>
              </a:rPr>
              <a:t> </a:t>
            </a:r>
            <a:r>
              <a:rPr lang="en-US" sz="65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Copyright © 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2014. </a:t>
            </a:r>
            <a:r>
              <a:rPr lang="en-US" sz="65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Cybage Software Pvt. Ltd. All Rights Reserved. Cybage Confidential.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0" y="4587875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1520825" y="4587875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1658112" y="5012158"/>
            <a:ext cx="7257288" cy="56661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3941763" algn="l"/>
              </a:tabLst>
              <a:defRPr lang="en-US" sz="3200" kern="1200" baseline="0" dirty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88708172-4FBD-4E30-AF6C-AEA3E3461C4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64" y="120087"/>
            <a:ext cx="1546985" cy="43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686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Slide with Text -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692150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 userDrawn="1"/>
        </p:nvSpPr>
        <p:spPr>
          <a:xfrm>
            <a:off x="1520825" y="692150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658112" y="1116433"/>
            <a:ext cx="7257288" cy="56661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3941763" algn="l"/>
              </a:tabLst>
              <a:defRPr lang="en-US" sz="3200" kern="1200" baseline="0" dirty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666" y="2523554"/>
            <a:ext cx="7269734" cy="3612070"/>
          </a:xfrm>
          <a:prstGeom prst="rect">
            <a:avLst/>
          </a:prstGeom>
        </p:spPr>
        <p:txBody>
          <a:bodyPr/>
          <a:lstStyle>
            <a:lvl1pPr marL="228600" indent="-228600">
              <a:buFont typeface="Arial" pitchFamily="34" charset="0"/>
              <a:buNone/>
              <a:defRPr sz="170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1EF7CF83-7D07-416B-9A2E-8A92D31C375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64" y="120087"/>
            <a:ext cx="1546985" cy="43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948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Slide with Text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 userDrawn="1"/>
        </p:nvSpPr>
        <p:spPr bwMode="auto">
          <a:xfrm>
            <a:off x="1633538" y="1892300"/>
            <a:ext cx="6291262" cy="69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lnSpc>
                <a:spcPct val="150000"/>
              </a:lnSpc>
            </a:pPr>
            <a:endParaRPr lang="en-US" sz="1600">
              <a:solidFill>
                <a:srgbClr val="262626"/>
              </a:solidFill>
              <a:latin typeface="Microsoft Sans Serif" pitchFamily="34" charset="0"/>
              <a:ea typeface="Kozuka Gothic Pro L" pitchFamily="34" charset="-128"/>
              <a:cs typeface="Microsoft Sans Serif" pitchFamily="34" charset="0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0" y="4587875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1520825" y="4587875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666" y="1721803"/>
            <a:ext cx="7269734" cy="2548445"/>
          </a:xfrm>
          <a:prstGeom prst="rect">
            <a:avLst/>
          </a:prstGeom>
        </p:spPr>
        <p:txBody>
          <a:bodyPr/>
          <a:lstStyle>
            <a:lvl1pPr marL="228600" indent="-228600">
              <a:buFont typeface="Arial" pitchFamily="34" charset="0"/>
              <a:buNone/>
              <a:defRPr sz="170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1658112" y="5012158"/>
            <a:ext cx="7257288" cy="56661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3941763" algn="l"/>
              </a:tabLst>
              <a:defRPr lang="en-US" sz="3200" kern="1200" baseline="0" dirty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3CC72EAB-1B23-42D4-AE30-1C46AF89700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64" y="120087"/>
            <a:ext cx="1546985" cy="43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62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/ Content / Bulle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685800"/>
            <a:ext cx="1527175" cy="77152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 userDrawn="1"/>
        </p:nvSpPr>
        <p:spPr>
          <a:xfrm>
            <a:off x="1520825" y="685800"/>
            <a:ext cx="7623175" cy="77152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6" name="Rectangle 2"/>
          <p:cNvSpPr>
            <a:spLocks noChangeArrowheads="1"/>
          </p:cNvSpPr>
          <p:nvPr userDrawn="1"/>
        </p:nvSpPr>
        <p:spPr bwMode="auto">
          <a:xfrm>
            <a:off x="133350" y="219075"/>
            <a:ext cx="13716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en-US" sz="900">
                <a:solidFill>
                  <a:srgbClr val="0075B0"/>
                </a:solidFill>
                <a:ea typeface="Kozuka Gothic Pro R" pitchFamily="34" charset="-128"/>
                <a:cs typeface="Arial" charset="0"/>
              </a:rPr>
              <a:t>www.cybage.com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1658112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 baseline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7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666" y="1721803"/>
            <a:ext cx="7269734" cy="3612070"/>
          </a:xfrm>
          <a:prstGeom prst="rect">
            <a:avLst/>
          </a:prstGeom>
        </p:spPr>
        <p:txBody>
          <a:bodyPr/>
          <a:lstStyle>
            <a:lvl1pPr marL="228600" indent="-228600">
              <a:buFont typeface="Arial" pitchFamily="34" charset="0"/>
              <a:buNone/>
              <a:defRPr sz="170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0C87B666-782D-45DF-B949-48496984778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3544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/Content/Bullet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3629" b="8450"/>
          <a:stretch>
            <a:fillRect/>
          </a:stretch>
        </p:blipFill>
        <p:spPr bwMode="auto">
          <a:xfrm>
            <a:off x="2552700" y="2982913"/>
            <a:ext cx="6591300" cy="3875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 userDrawn="1"/>
        </p:nvSpPr>
        <p:spPr>
          <a:xfrm>
            <a:off x="0" y="685800"/>
            <a:ext cx="1527175" cy="77152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1520825" y="685800"/>
            <a:ext cx="7623175" cy="77152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" name="Rectangle 2"/>
          <p:cNvSpPr>
            <a:spLocks noChangeArrowheads="1"/>
          </p:cNvSpPr>
          <p:nvPr userDrawn="1"/>
        </p:nvSpPr>
        <p:spPr bwMode="auto">
          <a:xfrm>
            <a:off x="133350" y="219075"/>
            <a:ext cx="13716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en-US" sz="900">
                <a:solidFill>
                  <a:srgbClr val="0075B0"/>
                </a:solidFill>
                <a:ea typeface="Kozuka Gothic Pro R" pitchFamily="34" charset="-128"/>
                <a:cs typeface="Arial" charset="0"/>
              </a:rPr>
              <a:t>www.cybage.com</a:t>
            </a:r>
          </a:p>
        </p:txBody>
      </p:sp>
      <p:sp>
        <p:nvSpPr>
          <p:cNvPr id="8" name="Footer Placeholder 3"/>
          <p:cNvSpPr txBox="1">
            <a:spLocks noGrp="1"/>
          </p:cNvSpPr>
          <p:nvPr userDrawn="1"/>
        </p:nvSpPr>
        <p:spPr bwMode="auto">
          <a:xfrm>
            <a:off x="3733800" y="6497638"/>
            <a:ext cx="526732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50" dirty="0">
                <a:latin typeface="Kozuka Gothic Pro M" pitchFamily="34" charset="-128"/>
              </a:rPr>
              <a:t> </a:t>
            </a:r>
            <a:r>
              <a:rPr lang="en-US" sz="65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Copyright © 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2014. </a:t>
            </a:r>
            <a:r>
              <a:rPr lang="en-US" sz="65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Cybage Software Pvt. Ltd. All Rights Reserved. Cybage Confidential.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1658112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 baseline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666" y="1721802"/>
            <a:ext cx="7269734" cy="4724717"/>
          </a:xfrm>
          <a:prstGeom prst="rect">
            <a:avLst/>
          </a:prstGeom>
        </p:spPr>
        <p:txBody>
          <a:bodyPr/>
          <a:lstStyle>
            <a:lvl1pPr marL="457200" indent="-228600">
              <a:buFont typeface="Arial" pitchFamily="34" charset="0"/>
              <a:buChar char="•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914400" indent="0">
              <a:buNone/>
              <a:defRPr sz="1000"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3716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8288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32EA29C-C541-4170-82C5-9362BD02D04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9029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 Slide with Text - Op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685800"/>
            <a:ext cx="1527175" cy="77152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1520825" y="685800"/>
            <a:ext cx="7623175" cy="77152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2"/>
          <p:cNvSpPr>
            <a:spLocks noChangeArrowheads="1"/>
          </p:cNvSpPr>
          <p:nvPr userDrawn="1"/>
        </p:nvSpPr>
        <p:spPr bwMode="auto">
          <a:xfrm>
            <a:off x="133350" y="219075"/>
            <a:ext cx="13716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en-US" sz="900">
                <a:solidFill>
                  <a:srgbClr val="0075B0"/>
                </a:solidFill>
                <a:ea typeface="Kozuka Gothic Pro R" pitchFamily="34" charset="-128"/>
                <a:cs typeface="Arial" charset="0"/>
              </a:rPr>
              <a:t>www.cybage.com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666" y="5306251"/>
            <a:ext cx="7269734" cy="1423733"/>
          </a:xfrm>
          <a:prstGeom prst="rect">
            <a:avLst/>
          </a:prstGeom>
        </p:spPr>
        <p:txBody>
          <a:bodyPr/>
          <a:lstStyle>
            <a:lvl1pPr marL="228600" indent="-228600">
              <a:buFont typeface="Arial" pitchFamily="34" charset="0"/>
              <a:buNone/>
              <a:defRPr sz="170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idx="1"/>
          </p:nvPr>
        </p:nvSpPr>
        <p:spPr>
          <a:xfrm>
            <a:off x="1752600" y="1856231"/>
            <a:ext cx="5644896" cy="31546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32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1658112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 baseline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089CA7F7-F4C4-4DC2-8A57-21C659CD721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96984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 with Text - Op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685800"/>
            <a:ext cx="1527175" cy="77152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1520825" y="685800"/>
            <a:ext cx="7623175" cy="77152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2"/>
          <p:cNvSpPr>
            <a:spLocks noChangeArrowheads="1"/>
          </p:cNvSpPr>
          <p:nvPr userDrawn="1"/>
        </p:nvSpPr>
        <p:spPr bwMode="auto">
          <a:xfrm>
            <a:off x="133350" y="219075"/>
            <a:ext cx="13716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en-US" sz="900">
                <a:solidFill>
                  <a:srgbClr val="0075B0"/>
                </a:solidFill>
                <a:ea typeface="Kozuka Gothic Pro R" pitchFamily="34" charset="-128"/>
                <a:cs typeface="Arial" charset="0"/>
              </a:rPr>
              <a:t>www.cybage.com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56231"/>
            <a:ext cx="4260850" cy="31546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32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1658112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10"/>
          </p:nvPr>
        </p:nvSpPr>
        <p:spPr>
          <a:xfrm>
            <a:off x="4572000" y="1758379"/>
            <a:ext cx="4343400" cy="3612070"/>
          </a:xfrm>
          <a:prstGeom prst="rect">
            <a:avLst/>
          </a:prstGeom>
        </p:spPr>
        <p:txBody>
          <a:bodyPr/>
          <a:lstStyle>
            <a:lvl1pPr marL="228600" indent="-228600">
              <a:buFont typeface="Arial" pitchFamily="34" charset="0"/>
              <a:buNone/>
              <a:defRPr sz="170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21EA9D3A-9DF0-413E-93DD-8C0E48055F8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21929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 with Text -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685800"/>
            <a:ext cx="1527175" cy="77152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1520825" y="685800"/>
            <a:ext cx="7623175" cy="77152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2"/>
          <p:cNvSpPr>
            <a:spLocks noChangeArrowheads="1"/>
          </p:cNvSpPr>
          <p:nvPr userDrawn="1"/>
        </p:nvSpPr>
        <p:spPr bwMode="auto">
          <a:xfrm>
            <a:off x="133350" y="219075"/>
            <a:ext cx="13716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en-US" sz="900">
                <a:solidFill>
                  <a:srgbClr val="0075B0"/>
                </a:solidFill>
                <a:ea typeface="Kozuka Gothic Pro R" pitchFamily="34" charset="-128"/>
                <a:cs typeface="Arial" charset="0"/>
              </a:rPr>
              <a:t>www.cybage.com</a:t>
            </a:r>
          </a:p>
        </p:txBody>
      </p:sp>
      <p:sp>
        <p:nvSpPr>
          <p:cNvPr id="8" name="Rectangle 3"/>
          <p:cNvSpPr>
            <a:spLocks noChangeArrowheads="1"/>
          </p:cNvSpPr>
          <p:nvPr userDrawn="1"/>
        </p:nvSpPr>
        <p:spPr bwMode="auto">
          <a:xfrm>
            <a:off x="209550" y="2327275"/>
            <a:ext cx="21558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Microsoft Sans Serif" pitchFamily="34" charset="0"/>
                <a:ea typeface="Kozuka Gothic Pro L" pitchFamily="34" charset="-128"/>
                <a:cs typeface="Microsoft Sans Serif" pitchFamily="34" charset="0"/>
              </a:rPr>
              <a:t>Place image here</a:t>
            </a:r>
          </a:p>
        </p:txBody>
      </p:sp>
      <p:sp>
        <p:nvSpPr>
          <p:cNvPr id="15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56232"/>
            <a:ext cx="2136775" cy="158204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32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1658112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0"/>
          </p:nvPr>
        </p:nvSpPr>
        <p:spPr>
          <a:xfrm>
            <a:off x="2498280" y="1721803"/>
            <a:ext cx="6389687" cy="3612070"/>
          </a:xfrm>
          <a:prstGeom prst="rect">
            <a:avLst/>
          </a:prstGeom>
        </p:spPr>
        <p:txBody>
          <a:bodyPr/>
          <a:lstStyle>
            <a:lvl1pPr marL="228600" indent="-228600">
              <a:buFont typeface="Arial" pitchFamily="34" charset="0"/>
              <a:buNone/>
              <a:defRPr sz="170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B2D103BA-A63D-434B-BBAA-F783C63294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42015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4 tab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 bwMode="auto">
          <a:xfrm flipH="1">
            <a:off x="-9525" y="1457325"/>
            <a:ext cx="2286000" cy="795338"/>
          </a:xfrm>
          <a:prstGeom prst="rect">
            <a:avLst/>
          </a:prstGeom>
          <a:solidFill>
            <a:srgbClr val="00547E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Rectangle 11"/>
          <p:cNvSpPr/>
          <p:nvPr/>
        </p:nvSpPr>
        <p:spPr bwMode="auto">
          <a:xfrm flipH="1">
            <a:off x="4572000" y="1457325"/>
            <a:ext cx="2286000" cy="795338"/>
          </a:xfrm>
          <a:prstGeom prst="rect">
            <a:avLst/>
          </a:prstGeom>
          <a:solidFill>
            <a:srgbClr val="B36005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3" name="Rectangle 12"/>
          <p:cNvSpPr/>
          <p:nvPr/>
        </p:nvSpPr>
        <p:spPr bwMode="auto">
          <a:xfrm flipH="1">
            <a:off x="6858000" y="1457325"/>
            <a:ext cx="2286000" cy="795338"/>
          </a:xfrm>
          <a:prstGeom prst="rect">
            <a:avLst/>
          </a:prstGeom>
          <a:solidFill>
            <a:srgbClr val="EB7E0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Rectangle 13"/>
          <p:cNvSpPr/>
          <p:nvPr/>
        </p:nvSpPr>
        <p:spPr bwMode="auto">
          <a:xfrm flipH="1">
            <a:off x="2278063" y="1457325"/>
            <a:ext cx="2293937" cy="795338"/>
          </a:xfrm>
          <a:prstGeom prst="rect">
            <a:avLst/>
          </a:prstGeom>
          <a:solidFill>
            <a:srgbClr val="0075B0">
              <a:alpha val="8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Rectangle 14"/>
          <p:cNvSpPr/>
          <p:nvPr/>
        </p:nvSpPr>
        <p:spPr bwMode="auto">
          <a:xfrm flipH="1" flipV="1">
            <a:off x="2278063" y="2252663"/>
            <a:ext cx="2293937" cy="3343275"/>
          </a:xfrm>
          <a:prstGeom prst="rect">
            <a:avLst/>
          </a:prstGeom>
          <a:solidFill>
            <a:srgbClr val="69CAFB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6" name="Rectangle 15"/>
          <p:cNvSpPr/>
          <p:nvPr/>
        </p:nvSpPr>
        <p:spPr bwMode="auto">
          <a:xfrm flipH="1" flipV="1">
            <a:off x="4572000" y="2252663"/>
            <a:ext cx="2286000" cy="3343275"/>
          </a:xfrm>
          <a:prstGeom prst="rect">
            <a:avLst/>
          </a:prstGeom>
          <a:solidFill>
            <a:srgbClr val="FAB160">
              <a:alpha val="4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defRPr/>
            </a:pPr>
            <a:endParaRPr lang="en-US"/>
          </a:p>
        </p:txBody>
      </p:sp>
      <p:sp>
        <p:nvSpPr>
          <p:cNvPr id="17" name="Rectangle 16"/>
          <p:cNvSpPr/>
          <p:nvPr userDrawn="1"/>
        </p:nvSpPr>
        <p:spPr>
          <a:xfrm>
            <a:off x="0" y="5591175"/>
            <a:ext cx="9139238" cy="71438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8" name="Rectangle 17"/>
          <p:cNvSpPr/>
          <p:nvPr/>
        </p:nvSpPr>
        <p:spPr bwMode="auto">
          <a:xfrm flipH="1" flipV="1">
            <a:off x="-9525" y="2252663"/>
            <a:ext cx="2286000" cy="3343275"/>
          </a:xfrm>
          <a:prstGeom prst="rect">
            <a:avLst/>
          </a:prstGeom>
          <a:solidFill>
            <a:srgbClr val="44BDFA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defRPr/>
            </a:pPr>
            <a:endParaRPr lang="en-US"/>
          </a:p>
        </p:txBody>
      </p:sp>
      <p:sp>
        <p:nvSpPr>
          <p:cNvPr id="19" name="Rectangle 18"/>
          <p:cNvSpPr/>
          <p:nvPr userDrawn="1"/>
        </p:nvSpPr>
        <p:spPr>
          <a:xfrm>
            <a:off x="0" y="687388"/>
            <a:ext cx="9144000" cy="771525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0" name="Rectangle 19"/>
          <p:cNvSpPr/>
          <p:nvPr userDrawn="1"/>
        </p:nvSpPr>
        <p:spPr bwMode="auto">
          <a:xfrm flipH="1" flipV="1">
            <a:off x="6858000" y="2252663"/>
            <a:ext cx="2286000" cy="3343275"/>
          </a:xfrm>
          <a:prstGeom prst="rect">
            <a:avLst/>
          </a:prstGeom>
          <a:solidFill>
            <a:srgbClr val="FDD9B1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3" name="Rectangle 2"/>
          <p:cNvSpPr>
            <a:spLocks noChangeArrowheads="1"/>
          </p:cNvSpPr>
          <p:nvPr userDrawn="1"/>
        </p:nvSpPr>
        <p:spPr bwMode="auto">
          <a:xfrm>
            <a:off x="133350" y="219075"/>
            <a:ext cx="13716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en-US" sz="900">
                <a:solidFill>
                  <a:srgbClr val="0075B0"/>
                </a:solidFill>
                <a:ea typeface="Kozuka Gothic Pro R" pitchFamily="34" charset="-128"/>
                <a:cs typeface="Arial" charset="0"/>
              </a:rPr>
              <a:t>www.cybage.com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112776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 baseline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2" name="Text Placeholder 3"/>
          <p:cNvSpPr>
            <a:spLocks noGrp="1"/>
          </p:cNvSpPr>
          <p:nvPr>
            <p:ph type="body" sz="half" idx="2"/>
          </p:nvPr>
        </p:nvSpPr>
        <p:spPr>
          <a:xfrm>
            <a:off x="128017" y="1545146"/>
            <a:ext cx="1920240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36" name="Text Placeholder 3"/>
          <p:cNvSpPr>
            <a:spLocks noGrp="1"/>
          </p:cNvSpPr>
          <p:nvPr>
            <p:ph type="body" sz="half" idx="11"/>
          </p:nvPr>
        </p:nvSpPr>
        <p:spPr>
          <a:xfrm>
            <a:off x="2267713" y="1545146"/>
            <a:ext cx="1920240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2" name="Text Placeholder 3"/>
          <p:cNvSpPr>
            <a:spLocks noGrp="1"/>
          </p:cNvSpPr>
          <p:nvPr>
            <p:ph type="body" sz="half" idx="13"/>
          </p:nvPr>
        </p:nvSpPr>
        <p:spPr>
          <a:xfrm>
            <a:off x="4562856" y="1545146"/>
            <a:ext cx="1920240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700" kern="1200" dirty="0" smtClean="0">
                <a:solidFill>
                  <a:schemeClr val="bg1">
                    <a:lumMod val="9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9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48856" y="1545146"/>
            <a:ext cx="1920240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700" kern="1200" dirty="0" smtClean="0">
                <a:solidFill>
                  <a:schemeClr val="bg1">
                    <a:lumMod val="9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7"/>
          </p:nvPr>
        </p:nvSpPr>
        <p:spPr>
          <a:xfrm>
            <a:off x="128017" y="2413826"/>
            <a:ext cx="1920240" cy="713422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914400" indent="0">
              <a:buNone/>
              <a:defRPr sz="1000"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3716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8288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2267712" y="2413826"/>
            <a:ext cx="1920240" cy="713422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914400" indent="0">
              <a:buNone/>
              <a:defRPr sz="1000"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3716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8288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2000" y="2413826"/>
            <a:ext cx="1920240" cy="713422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914400" indent="0">
              <a:buNone/>
              <a:defRPr sz="1000"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3716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8288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25" name="Text Placeholder 3"/>
          <p:cNvSpPr>
            <a:spLocks noGrp="1"/>
          </p:cNvSpPr>
          <p:nvPr>
            <p:ph type="body" sz="half" idx="20"/>
          </p:nvPr>
        </p:nvSpPr>
        <p:spPr>
          <a:xfrm>
            <a:off x="6857999" y="2413826"/>
            <a:ext cx="1920240" cy="713422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914400" indent="0">
              <a:buNone/>
              <a:defRPr sz="1000"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3716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8288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E2CAF88E-6F27-44C8-9EA2-48A00F8046E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4213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tab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 flipV="1">
            <a:off x="2286000" y="2252663"/>
            <a:ext cx="2286000" cy="3343275"/>
          </a:xfrm>
          <a:prstGeom prst="rect">
            <a:avLst/>
          </a:prstGeom>
          <a:solidFill>
            <a:srgbClr val="44BDFA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Rectangle 11"/>
          <p:cNvSpPr/>
          <p:nvPr userDrawn="1"/>
        </p:nvSpPr>
        <p:spPr>
          <a:xfrm flipV="1">
            <a:off x="6858000" y="2252663"/>
            <a:ext cx="2286000" cy="3343275"/>
          </a:xfrm>
          <a:prstGeom prst="rect">
            <a:avLst/>
          </a:prstGeom>
          <a:solidFill>
            <a:srgbClr val="44BDFA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3" name="Rectangle 12"/>
          <p:cNvSpPr/>
          <p:nvPr userDrawn="1"/>
        </p:nvSpPr>
        <p:spPr>
          <a:xfrm flipV="1">
            <a:off x="4572000" y="2252663"/>
            <a:ext cx="2286000" cy="3343275"/>
          </a:xfrm>
          <a:prstGeom prst="rect">
            <a:avLst/>
          </a:prstGeom>
          <a:solidFill>
            <a:srgbClr val="65C9FB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Rectangle 13"/>
          <p:cNvSpPr/>
          <p:nvPr userDrawn="1"/>
        </p:nvSpPr>
        <p:spPr>
          <a:xfrm flipV="1">
            <a:off x="2286000" y="1457325"/>
            <a:ext cx="2286000" cy="795338"/>
          </a:xfrm>
          <a:prstGeom prst="rect">
            <a:avLst/>
          </a:prstGeom>
          <a:solidFill>
            <a:srgbClr val="00547E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Rectangle 14"/>
          <p:cNvSpPr/>
          <p:nvPr userDrawn="1"/>
        </p:nvSpPr>
        <p:spPr>
          <a:xfrm flipV="1">
            <a:off x="4572000" y="1457325"/>
            <a:ext cx="2286000" cy="795338"/>
          </a:xfrm>
          <a:prstGeom prst="rect">
            <a:avLst/>
          </a:prstGeom>
          <a:solidFill>
            <a:srgbClr val="00547E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6" name="Rectangle 15"/>
          <p:cNvSpPr/>
          <p:nvPr userDrawn="1"/>
        </p:nvSpPr>
        <p:spPr>
          <a:xfrm flipV="1">
            <a:off x="6858000" y="1457325"/>
            <a:ext cx="2286000" cy="795338"/>
          </a:xfrm>
          <a:prstGeom prst="rect">
            <a:avLst/>
          </a:prstGeom>
          <a:solidFill>
            <a:srgbClr val="00547E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7" name="Rectangle 16"/>
          <p:cNvSpPr/>
          <p:nvPr userDrawn="1"/>
        </p:nvSpPr>
        <p:spPr>
          <a:xfrm flipH="1">
            <a:off x="0" y="1457325"/>
            <a:ext cx="2286000" cy="792163"/>
          </a:xfrm>
          <a:prstGeom prst="rect">
            <a:avLst/>
          </a:prstGeom>
          <a:solidFill>
            <a:srgbClr val="00547E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8" name="Rectangle 17"/>
          <p:cNvSpPr/>
          <p:nvPr userDrawn="1"/>
        </p:nvSpPr>
        <p:spPr>
          <a:xfrm>
            <a:off x="0" y="5591175"/>
            <a:ext cx="9139238" cy="71438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9" name="Rectangle 18"/>
          <p:cNvSpPr/>
          <p:nvPr userDrawn="1"/>
        </p:nvSpPr>
        <p:spPr>
          <a:xfrm>
            <a:off x="0" y="687388"/>
            <a:ext cx="9144000" cy="771525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grpSp>
        <p:nvGrpSpPr>
          <p:cNvPr id="20" name="Group 47"/>
          <p:cNvGrpSpPr>
            <a:grpSpLocks/>
          </p:cNvGrpSpPr>
          <p:nvPr userDrawn="1"/>
        </p:nvGrpSpPr>
        <p:grpSpPr bwMode="auto">
          <a:xfrm>
            <a:off x="1836738" y="1608138"/>
            <a:ext cx="352425" cy="266700"/>
            <a:chOff x="1773238" y="1957388"/>
            <a:chExt cx="352425" cy="266700"/>
          </a:xfrm>
        </p:grpSpPr>
        <p:sp>
          <p:nvSpPr>
            <p:cNvPr id="21" name="Isosceles Triangle 20"/>
            <p:cNvSpPr/>
            <p:nvPr/>
          </p:nvSpPr>
          <p:spPr>
            <a:xfrm rot="5400000">
              <a:off x="1716088" y="2014538"/>
              <a:ext cx="266700" cy="152400"/>
            </a:xfrm>
            <a:prstGeom prst="triangle">
              <a:avLst/>
            </a:prstGeom>
            <a:solidFill>
              <a:srgbClr val="004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3" name="Isosceles Triangle 22"/>
            <p:cNvSpPr/>
            <p:nvPr/>
          </p:nvSpPr>
          <p:spPr>
            <a:xfrm rot="5400000">
              <a:off x="1806575" y="2014538"/>
              <a:ext cx="266700" cy="152400"/>
            </a:xfrm>
            <a:prstGeom prst="triangle">
              <a:avLst/>
            </a:prstGeom>
            <a:solidFill>
              <a:srgbClr val="004B7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6" name="Isosceles Triangle 25"/>
            <p:cNvSpPr/>
            <p:nvPr/>
          </p:nvSpPr>
          <p:spPr>
            <a:xfrm rot="5400000">
              <a:off x="1916113" y="2014538"/>
              <a:ext cx="266700" cy="152400"/>
            </a:xfrm>
            <a:prstGeom prst="triangle">
              <a:avLst/>
            </a:prstGeom>
            <a:solidFill>
              <a:srgbClr val="00547E">
                <a:alpha val="7607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27" name="Rectangle 2"/>
          <p:cNvSpPr>
            <a:spLocks noChangeArrowheads="1"/>
          </p:cNvSpPr>
          <p:nvPr userDrawn="1"/>
        </p:nvSpPr>
        <p:spPr bwMode="auto">
          <a:xfrm>
            <a:off x="133350" y="219075"/>
            <a:ext cx="13716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en-US" sz="900">
                <a:solidFill>
                  <a:srgbClr val="0075B0"/>
                </a:solidFill>
                <a:ea typeface="Kozuka Gothic Pro R" pitchFamily="34" charset="-128"/>
                <a:cs typeface="Arial" charset="0"/>
              </a:rPr>
              <a:t>www.cybage.com</a:t>
            </a:r>
          </a:p>
        </p:txBody>
      </p:sp>
      <p:sp>
        <p:nvSpPr>
          <p:cNvPr id="47" name="Picture Placeholder 2"/>
          <p:cNvSpPr>
            <a:spLocks noGrp="1"/>
          </p:cNvSpPr>
          <p:nvPr>
            <p:ph type="pic" idx="1"/>
          </p:nvPr>
        </p:nvSpPr>
        <p:spPr>
          <a:xfrm>
            <a:off x="3175" y="2252663"/>
            <a:ext cx="2282825" cy="333851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32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112776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 baseline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6" name="Text Placeholder 3"/>
          <p:cNvSpPr>
            <a:spLocks noGrp="1"/>
          </p:cNvSpPr>
          <p:nvPr>
            <p:ph type="body" sz="half" idx="11"/>
          </p:nvPr>
        </p:nvSpPr>
        <p:spPr>
          <a:xfrm>
            <a:off x="2295145" y="1545146"/>
            <a:ext cx="1920240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700" kern="1200" dirty="0" smtClean="0">
                <a:solidFill>
                  <a:schemeClr val="bg1">
                    <a:lumMod val="9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2" name="Text Placeholder 3"/>
          <p:cNvSpPr>
            <a:spLocks noGrp="1"/>
          </p:cNvSpPr>
          <p:nvPr>
            <p:ph type="body" sz="half" idx="13"/>
          </p:nvPr>
        </p:nvSpPr>
        <p:spPr>
          <a:xfrm>
            <a:off x="4562856" y="1545146"/>
            <a:ext cx="1920240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700" kern="1200" dirty="0" smtClean="0">
                <a:solidFill>
                  <a:schemeClr val="bg1">
                    <a:lumMod val="9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9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48856" y="1545146"/>
            <a:ext cx="1920240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700" kern="1200" dirty="0" smtClean="0">
                <a:solidFill>
                  <a:schemeClr val="bg1">
                    <a:lumMod val="9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2295144" y="2413826"/>
            <a:ext cx="1920240" cy="713422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914400" indent="0">
              <a:buNone/>
              <a:defRPr sz="1000"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3716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8288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2000" y="2413826"/>
            <a:ext cx="1920240" cy="713422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914400" indent="0">
              <a:buNone/>
              <a:defRPr sz="1000"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3716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8288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25" name="Text Placeholder 3"/>
          <p:cNvSpPr>
            <a:spLocks noGrp="1"/>
          </p:cNvSpPr>
          <p:nvPr>
            <p:ph type="body" sz="half" idx="20"/>
          </p:nvPr>
        </p:nvSpPr>
        <p:spPr>
          <a:xfrm>
            <a:off x="6857999" y="2413826"/>
            <a:ext cx="1920240" cy="713422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914400" indent="0">
              <a:buNone/>
              <a:defRPr sz="1000"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3716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8288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45" name="Text Placeholder 3"/>
          <p:cNvSpPr>
            <a:spLocks noGrp="1"/>
          </p:cNvSpPr>
          <p:nvPr>
            <p:ph type="body" sz="half" idx="21"/>
          </p:nvPr>
        </p:nvSpPr>
        <p:spPr>
          <a:xfrm>
            <a:off x="109728" y="1545146"/>
            <a:ext cx="1920240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29" name="Slide Number Placeholder 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9C0BA471-DB2D-4668-BC07-75978C8F4BE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25665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2 tab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 flipV="1">
            <a:off x="2286000" y="1457325"/>
            <a:ext cx="3400425" cy="796925"/>
          </a:xfrm>
          <a:prstGeom prst="rect">
            <a:avLst/>
          </a:prstGeom>
          <a:solidFill>
            <a:srgbClr val="B36005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 flipV="1">
            <a:off x="5686425" y="1457325"/>
            <a:ext cx="3457575" cy="796925"/>
          </a:xfrm>
          <a:prstGeom prst="rect">
            <a:avLst/>
          </a:prstGeom>
          <a:solidFill>
            <a:srgbClr val="B36005">
              <a:alpha val="7607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 flipV="1">
            <a:off x="2271713" y="2254250"/>
            <a:ext cx="3414712" cy="3403600"/>
          </a:xfrm>
          <a:prstGeom prst="rect">
            <a:avLst/>
          </a:prstGeom>
          <a:solidFill>
            <a:srgbClr val="FAB16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Rectangle 11"/>
          <p:cNvSpPr/>
          <p:nvPr userDrawn="1"/>
        </p:nvSpPr>
        <p:spPr>
          <a:xfrm flipV="1">
            <a:off x="5686425" y="2254250"/>
            <a:ext cx="3457575" cy="3403600"/>
          </a:xfrm>
          <a:prstGeom prst="rect">
            <a:avLst/>
          </a:prstGeom>
          <a:solidFill>
            <a:srgbClr val="FAB160">
              <a:alpha val="4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0" y="1457325"/>
            <a:ext cx="2286000" cy="796925"/>
          </a:xfrm>
          <a:prstGeom prst="rect">
            <a:avLst/>
          </a:prstGeom>
          <a:solidFill>
            <a:srgbClr val="B36005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Rectangle 13"/>
          <p:cNvSpPr/>
          <p:nvPr userDrawn="1"/>
        </p:nvSpPr>
        <p:spPr>
          <a:xfrm>
            <a:off x="0" y="5591175"/>
            <a:ext cx="9139238" cy="71438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Rectangle 14"/>
          <p:cNvSpPr/>
          <p:nvPr userDrawn="1"/>
        </p:nvSpPr>
        <p:spPr>
          <a:xfrm>
            <a:off x="0" y="687388"/>
            <a:ext cx="9144000" cy="771525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grpSp>
        <p:nvGrpSpPr>
          <p:cNvPr id="16" name="Group 42"/>
          <p:cNvGrpSpPr>
            <a:grpSpLocks/>
          </p:cNvGrpSpPr>
          <p:nvPr userDrawn="1"/>
        </p:nvGrpSpPr>
        <p:grpSpPr bwMode="auto">
          <a:xfrm>
            <a:off x="1827213" y="1611313"/>
            <a:ext cx="371475" cy="266700"/>
            <a:chOff x="1104900" y="1885950"/>
            <a:chExt cx="371475" cy="266700"/>
          </a:xfrm>
        </p:grpSpPr>
        <p:sp>
          <p:nvSpPr>
            <p:cNvPr id="17" name="Isosceles Triangle 16"/>
            <p:cNvSpPr/>
            <p:nvPr userDrawn="1"/>
          </p:nvSpPr>
          <p:spPr>
            <a:xfrm rot="5400000">
              <a:off x="1047750" y="1943100"/>
              <a:ext cx="266700" cy="152400"/>
            </a:xfrm>
            <a:prstGeom prst="triangle">
              <a:avLst/>
            </a:prstGeom>
            <a:solidFill>
              <a:srgbClr val="9F560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8" name="Isosceles Triangle 17"/>
            <p:cNvSpPr/>
            <p:nvPr userDrawn="1"/>
          </p:nvSpPr>
          <p:spPr>
            <a:xfrm rot="5400000">
              <a:off x="1157287" y="1943100"/>
              <a:ext cx="266700" cy="152400"/>
            </a:xfrm>
            <a:prstGeom prst="triangle">
              <a:avLst/>
            </a:prstGeom>
            <a:solidFill>
              <a:srgbClr val="B3600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9" name="Isosceles Triangle 18"/>
            <p:cNvSpPr/>
            <p:nvPr userDrawn="1"/>
          </p:nvSpPr>
          <p:spPr>
            <a:xfrm rot="5400000">
              <a:off x="1266825" y="1943100"/>
              <a:ext cx="266700" cy="152400"/>
            </a:xfrm>
            <a:prstGeom prst="triangle">
              <a:avLst/>
            </a:prstGeom>
            <a:solidFill>
              <a:srgbClr val="B36005">
                <a:alpha val="7607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20" name="Rectangle 2"/>
          <p:cNvSpPr>
            <a:spLocks noChangeArrowheads="1"/>
          </p:cNvSpPr>
          <p:nvPr userDrawn="1"/>
        </p:nvSpPr>
        <p:spPr bwMode="auto">
          <a:xfrm>
            <a:off x="133350" y="219075"/>
            <a:ext cx="13716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en-US" sz="900">
                <a:solidFill>
                  <a:srgbClr val="0075B0"/>
                </a:solidFill>
                <a:ea typeface="Kozuka Gothic Pro R" pitchFamily="34" charset="-128"/>
                <a:cs typeface="Arial" charset="0"/>
              </a:rPr>
              <a:t>www.cybage.com</a:t>
            </a:r>
          </a:p>
        </p:txBody>
      </p:sp>
      <p:sp>
        <p:nvSpPr>
          <p:cNvPr id="47" name="Picture Placeholder 2"/>
          <p:cNvSpPr>
            <a:spLocks noGrp="1"/>
          </p:cNvSpPr>
          <p:nvPr>
            <p:ph type="pic" idx="1"/>
          </p:nvPr>
        </p:nvSpPr>
        <p:spPr>
          <a:xfrm>
            <a:off x="3175" y="2252663"/>
            <a:ext cx="2282825" cy="333851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32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112776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 baseline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6" name="Text Placeholder 3"/>
          <p:cNvSpPr>
            <a:spLocks noGrp="1"/>
          </p:cNvSpPr>
          <p:nvPr>
            <p:ph type="body" sz="half" idx="11"/>
          </p:nvPr>
        </p:nvSpPr>
        <p:spPr>
          <a:xfrm>
            <a:off x="2295144" y="1545146"/>
            <a:ext cx="3182111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2" name="Text Placeholder 3"/>
          <p:cNvSpPr>
            <a:spLocks noGrp="1"/>
          </p:cNvSpPr>
          <p:nvPr>
            <p:ph type="body" sz="half" idx="13"/>
          </p:nvPr>
        </p:nvSpPr>
        <p:spPr>
          <a:xfrm>
            <a:off x="5669280" y="1545146"/>
            <a:ext cx="3236976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2295144" y="2413826"/>
            <a:ext cx="3191256" cy="713422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914400" indent="0">
              <a:buNone/>
              <a:defRPr sz="1000"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3716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8288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5678424" y="2413826"/>
            <a:ext cx="3227832" cy="713422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914400" indent="0">
              <a:buNone/>
              <a:defRPr sz="1000"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3716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8288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45" name="Text Placeholder 3"/>
          <p:cNvSpPr>
            <a:spLocks noGrp="1"/>
          </p:cNvSpPr>
          <p:nvPr>
            <p:ph type="body" sz="half" idx="21"/>
          </p:nvPr>
        </p:nvSpPr>
        <p:spPr>
          <a:xfrm>
            <a:off x="109728" y="1545146"/>
            <a:ext cx="1920240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21" name="Slide Number Placeholder 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2C441B02-83F8-43C4-8D46-D305778B383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66073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4652963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Rectangle 3"/>
          <p:cNvSpPr/>
          <p:nvPr userDrawn="1"/>
        </p:nvSpPr>
        <p:spPr>
          <a:xfrm>
            <a:off x="1520825" y="4652963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7" name="Title 1"/>
          <p:cNvSpPr>
            <a:spLocks noGrp="1"/>
          </p:cNvSpPr>
          <p:nvPr>
            <p:ph type="title"/>
          </p:nvPr>
        </p:nvSpPr>
        <p:spPr>
          <a:xfrm>
            <a:off x="1658112" y="5088256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3200" baseline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3E9D2AD7-9239-4C1F-A575-95B5CC0AD30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64" y="120087"/>
            <a:ext cx="1546985" cy="43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0740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/>
          <p:cNvPicPr>
            <a:picLocks noChangeAspect="1" noChangeArrowheads="1"/>
          </p:cNvPicPr>
          <p:nvPr userDrawn="1"/>
        </p:nvPicPr>
        <p:blipFill>
          <a:blip r:embed="rId2">
            <a:lum bright="2000" contrast="-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0"/>
          <a:stretch>
            <a:fillRect/>
          </a:stretch>
        </p:blipFill>
        <p:spPr bwMode="auto">
          <a:xfrm>
            <a:off x="0" y="695325"/>
            <a:ext cx="9142413" cy="616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ooter Placeholder 3"/>
          <p:cNvSpPr txBox="1">
            <a:spLocks noGrp="1"/>
          </p:cNvSpPr>
          <p:nvPr userDrawn="1"/>
        </p:nvSpPr>
        <p:spPr bwMode="auto">
          <a:xfrm>
            <a:off x="3733800" y="6497638"/>
            <a:ext cx="526732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50" dirty="0">
                <a:latin typeface="Kozuka Gothic Pro M" pitchFamily="34" charset="-128"/>
              </a:rPr>
              <a:t>  </a:t>
            </a:r>
            <a:r>
              <a:rPr lang="en-US" sz="65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Copyright © 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2014. </a:t>
            </a:r>
            <a:r>
              <a:rPr lang="en-US" sz="6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Cybage</a:t>
            </a:r>
            <a:r>
              <a:rPr lang="en-US" sz="65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 Software Pvt. Ltd. All Rights Reserved. </a:t>
            </a:r>
            <a:r>
              <a:rPr lang="en-US" sz="6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Cybage</a:t>
            </a:r>
            <a:r>
              <a:rPr lang="en-US" sz="65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 Confidential.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5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.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5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.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0" y="4587875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1520825" y="4587875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658112" y="5012158"/>
            <a:ext cx="7257288" cy="56661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3941763" algn="l"/>
              </a:tabLst>
              <a:defRPr lang="en-US" sz="3200" kern="1200" baseline="0" dirty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64" y="120087"/>
            <a:ext cx="1546985" cy="43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4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85813" y="2690813"/>
            <a:ext cx="7559675" cy="1463675"/>
          </a:xfrm>
          <a:prstGeom prst="rect">
            <a:avLst/>
          </a:prstGeom>
        </p:spPr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1604963"/>
            <a:ext cx="8223250" cy="45196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0019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692150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1520825" y="692150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658112" y="1116433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32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812A78CE-7E2F-4B5C-940F-71F65420D21C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7398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 descr="iStock_000005255967_WBack_03.jpg"/>
          <p:cNvPicPr>
            <a:picLocks noChangeAspect="1"/>
          </p:cNvPicPr>
          <p:nvPr userDrawn="1"/>
        </p:nvPicPr>
        <p:blipFill>
          <a:blip r:embed="rId2"/>
          <a:srcRect r="4"/>
          <a:stretch>
            <a:fillRect/>
          </a:stretch>
        </p:blipFill>
        <p:spPr bwMode="auto">
          <a:xfrm>
            <a:off x="0" y="690563"/>
            <a:ext cx="9144000" cy="6167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 userDrawn="1"/>
        </p:nvSpPr>
        <p:spPr>
          <a:xfrm>
            <a:off x="0" y="692150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1520825" y="692150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Footer Placeholder 3"/>
          <p:cNvSpPr txBox="1">
            <a:spLocks noGrp="1"/>
          </p:cNvSpPr>
          <p:nvPr userDrawn="1"/>
        </p:nvSpPr>
        <p:spPr bwMode="auto">
          <a:xfrm>
            <a:off x="3733800" y="6497638"/>
            <a:ext cx="526732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50" dirty="0">
                <a:solidFill>
                  <a:prstClr val="black"/>
                </a:solidFill>
                <a:latin typeface="Kozuka Gothic Pro M" pitchFamily="34" charset="-128"/>
              </a:rPr>
              <a:t> </a:t>
            </a:r>
            <a:r>
              <a:rPr lang="en-US" sz="650" dirty="0">
                <a:solidFill>
                  <a:prstClr val="black">
                    <a:lumMod val="85000"/>
                    <a:lumOff val="15000"/>
                  </a:prstClr>
                </a:solidFill>
                <a:latin typeface="Microsoft Sans Serif" pitchFamily="34" charset="0"/>
                <a:cs typeface="Microsoft Sans Serif" pitchFamily="34" charset="0"/>
              </a:rPr>
              <a:t>Copyright © </a:t>
            </a:r>
            <a:r>
              <a:rPr lang="en-US" sz="65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Microsoft Sans Serif" pitchFamily="34" charset="0"/>
                <a:cs typeface="Microsoft Sans Serif" pitchFamily="34" charset="0"/>
              </a:rPr>
              <a:t>2014. </a:t>
            </a:r>
            <a:r>
              <a:rPr lang="en-US" sz="650" dirty="0">
                <a:solidFill>
                  <a:prstClr val="black">
                    <a:lumMod val="85000"/>
                    <a:lumOff val="15000"/>
                  </a:prstClr>
                </a:solidFill>
                <a:latin typeface="Microsoft Sans Serif" pitchFamily="34" charset="0"/>
                <a:cs typeface="Microsoft Sans Serif" pitchFamily="34" charset="0"/>
              </a:rPr>
              <a:t>Cybage Software Pvt. Ltd. All Rights Reserved. Cybage Confidential.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658112" y="1116433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tabLst>
                <a:tab pos="3941763" algn="l"/>
              </a:tabLst>
              <a:defRPr sz="32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EED4FD61-3630-43C0-9064-4212E978589F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68763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2673350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1520825" y="2673350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1658112" y="3097887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320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E18FE941-9911-4D6C-9A25-EB86B7640D84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7312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90562"/>
            <a:ext cx="9151346" cy="6167438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3999953-0A0C-44B9-BA34-A2EF248FEBFE}" type="slidenum">
              <a:rPr lang="en-US" smtClean="0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3587750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1520825" y="3587750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658112" y="4012287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320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576762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/>
          <p:cNvPicPr>
            <a:picLocks noChangeAspect="1" noChangeArrowheads="1"/>
          </p:cNvPicPr>
          <p:nvPr userDrawn="1"/>
        </p:nvPicPr>
        <p:blipFill>
          <a:blip r:embed="rId2">
            <a:lum bright="-4000"/>
          </a:blip>
          <a:srcRect l="16829" t="5225" b="14674"/>
          <a:stretch>
            <a:fillRect/>
          </a:stretch>
        </p:blipFill>
        <p:spPr bwMode="auto">
          <a:xfrm>
            <a:off x="0" y="687388"/>
            <a:ext cx="9144000" cy="6170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Footer Placeholder 3"/>
          <p:cNvSpPr txBox="1">
            <a:spLocks noGrp="1"/>
          </p:cNvSpPr>
          <p:nvPr userDrawn="1"/>
        </p:nvSpPr>
        <p:spPr bwMode="auto">
          <a:xfrm>
            <a:off x="3733800" y="6497638"/>
            <a:ext cx="526732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50" dirty="0">
                <a:solidFill>
                  <a:prstClr val="black"/>
                </a:solidFill>
                <a:latin typeface="Kozuka Gothic Pro M" pitchFamily="34" charset="-128"/>
              </a:rPr>
              <a:t> </a:t>
            </a:r>
            <a:r>
              <a:rPr lang="en-US" sz="650" dirty="0">
                <a:solidFill>
                  <a:prstClr val="black">
                    <a:lumMod val="85000"/>
                    <a:lumOff val="15000"/>
                  </a:prstClr>
                </a:solidFill>
                <a:latin typeface="Microsoft Sans Serif" pitchFamily="34" charset="0"/>
                <a:cs typeface="Microsoft Sans Serif" pitchFamily="34" charset="0"/>
              </a:rPr>
              <a:t>Copyright © </a:t>
            </a:r>
            <a:r>
              <a:rPr lang="en-US" sz="65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Microsoft Sans Serif" pitchFamily="34" charset="0"/>
                <a:cs typeface="Microsoft Sans Serif" pitchFamily="34" charset="0"/>
              </a:rPr>
              <a:t>2014  </a:t>
            </a:r>
            <a:r>
              <a:rPr lang="en-US" sz="650" dirty="0" err="1" smtClean="0">
                <a:solidFill>
                  <a:prstClr val="black">
                    <a:lumMod val="85000"/>
                    <a:lumOff val="15000"/>
                  </a:prstClr>
                </a:solidFill>
                <a:latin typeface="Microsoft Sans Serif" pitchFamily="34" charset="0"/>
                <a:cs typeface="Microsoft Sans Serif" pitchFamily="34" charset="0"/>
              </a:rPr>
              <a:t>Cybage</a:t>
            </a:r>
            <a:r>
              <a:rPr lang="en-US" sz="65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Microsoft Sans Serif" pitchFamily="34" charset="0"/>
                <a:cs typeface="Microsoft Sans Serif" pitchFamily="34" charset="0"/>
              </a:rPr>
              <a:t> </a:t>
            </a:r>
            <a:r>
              <a:rPr lang="en-US" sz="650" dirty="0">
                <a:solidFill>
                  <a:prstClr val="black">
                    <a:lumMod val="85000"/>
                    <a:lumOff val="15000"/>
                  </a:prstClr>
                </a:solidFill>
                <a:latin typeface="Microsoft Sans Serif" pitchFamily="34" charset="0"/>
                <a:cs typeface="Microsoft Sans Serif" pitchFamily="34" charset="0"/>
              </a:rPr>
              <a:t>Software Pvt. Ltd. All Rights Reserved. Cybage Confidential.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2673350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1520825" y="2673350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1658112" y="3097887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tabLst>
                <a:tab pos="2001838" algn="l"/>
              </a:tabLst>
              <a:defRPr sz="320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2F60CB7C-8890-4810-AA16-10DB74DA1A12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19563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4652963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1520825" y="4652963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7" name="Title 1"/>
          <p:cNvSpPr>
            <a:spLocks noGrp="1"/>
          </p:cNvSpPr>
          <p:nvPr>
            <p:ph type="title"/>
          </p:nvPr>
        </p:nvSpPr>
        <p:spPr>
          <a:xfrm>
            <a:off x="1658112" y="5088256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32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47A4149F-C60E-483D-A0A5-637C8226A5A7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44145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" descr="iStock_000002285402XSmall_02.jpg"/>
          <p:cNvPicPr>
            <a:picLocks noChangeAspect="1"/>
          </p:cNvPicPr>
          <p:nvPr userDrawn="1"/>
        </p:nvPicPr>
        <p:blipFill>
          <a:blip r:embed="rId2">
            <a:lum bright="-6000"/>
          </a:blip>
          <a:srcRect l="2110" t="3665" r="1407"/>
          <a:stretch>
            <a:fillRect/>
          </a:stretch>
        </p:blipFill>
        <p:spPr bwMode="auto">
          <a:xfrm>
            <a:off x="0" y="687388"/>
            <a:ext cx="9142413" cy="6161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 userDrawn="1"/>
        </p:nvSpPr>
        <p:spPr>
          <a:xfrm>
            <a:off x="0" y="4652963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1520825" y="4652963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Footer Placeholder 3"/>
          <p:cNvSpPr txBox="1">
            <a:spLocks noGrp="1"/>
          </p:cNvSpPr>
          <p:nvPr userDrawn="1"/>
        </p:nvSpPr>
        <p:spPr bwMode="auto">
          <a:xfrm>
            <a:off x="3733800" y="6497638"/>
            <a:ext cx="526732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50" dirty="0">
                <a:solidFill>
                  <a:prstClr val="black"/>
                </a:solidFill>
                <a:latin typeface="Kozuka Gothic Pro M" pitchFamily="34" charset="-128"/>
              </a:rPr>
              <a:t> </a:t>
            </a:r>
            <a:r>
              <a:rPr lang="en-US" sz="650" dirty="0">
                <a:solidFill>
                  <a:prstClr val="black">
                    <a:lumMod val="85000"/>
                    <a:lumOff val="15000"/>
                  </a:prstClr>
                </a:solidFill>
                <a:latin typeface="Microsoft Sans Serif" pitchFamily="34" charset="0"/>
                <a:cs typeface="Microsoft Sans Serif" pitchFamily="34" charset="0"/>
              </a:rPr>
              <a:t>Copyright © </a:t>
            </a:r>
            <a:r>
              <a:rPr lang="en-US" sz="65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Microsoft Sans Serif" pitchFamily="34" charset="0"/>
                <a:cs typeface="Microsoft Sans Serif" pitchFamily="34" charset="0"/>
              </a:rPr>
              <a:t>2014  </a:t>
            </a:r>
            <a:r>
              <a:rPr lang="en-US" sz="650" dirty="0">
                <a:solidFill>
                  <a:prstClr val="black">
                    <a:lumMod val="85000"/>
                    <a:lumOff val="15000"/>
                  </a:prstClr>
                </a:solidFill>
                <a:latin typeface="Microsoft Sans Serif" pitchFamily="34" charset="0"/>
                <a:cs typeface="Microsoft Sans Serif" pitchFamily="34" charset="0"/>
              </a:rPr>
              <a:t>Cybage Software Pvt. Ltd. All Rights Reserved. Cybage Confidential.</a:t>
            </a:r>
          </a:p>
        </p:txBody>
      </p:sp>
      <p:sp>
        <p:nvSpPr>
          <p:cNvPr id="27" name="Title 1"/>
          <p:cNvSpPr>
            <a:spLocks noGrp="1"/>
          </p:cNvSpPr>
          <p:nvPr>
            <p:ph type="title"/>
          </p:nvPr>
        </p:nvSpPr>
        <p:spPr>
          <a:xfrm>
            <a:off x="1658112" y="5088256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32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95F7460C-71AC-4577-9B17-092B73AB48AD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20562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692150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1520825" y="692150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658112" y="1116433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32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666" y="2523554"/>
            <a:ext cx="7269734" cy="3612070"/>
          </a:xfrm>
          <a:prstGeom prst="rect">
            <a:avLst/>
          </a:prstGeom>
        </p:spPr>
        <p:txBody>
          <a:bodyPr/>
          <a:lstStyle>
            <a:lvl1pPr marL="228600" indent="-228600">
              <a:buFont typeface="Arial" pitchFamily="34" charset="0"/>
              <a:buNone/>
              <a:defRPr sz="17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58A506E5-E417-4F9D-AC13-A135209871FF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31831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0" descr="Pune-CT1-GNR-HRB-USA New1.jp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0" y="1454227"/>
            <a:ext cx="8985153" cy="5406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 userDrawn="1"/>
        </p:nvSpPr>
        <p:spPr>
          <a:xfrm>
            <a:off x="0" y="692150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1520825" y="692150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Footer Placeholder 3"/>
          <p:cNvSpPr txBox="1">
            <a:spLocks noGrp="1"/>
          </p:cNvSpPr>
          <p:nvPr userDrawn="1"/>
        </p:nvSpPr>
        <p:spPr bwMode="auto">
          <a:xfrm>
            <a:off x="3733800" y="6494463"/>
            <a:ext cx="526732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50" dirty="0">
                <a:solidFill>
                  <a:prstClr val="black"/>
                </a:solidFill>
                <a:latin typeface="Kozuka Gothic Pro M" pitchFamily="34" charset="-128"/>
              </a:rPr>
              <a:t> </a:t>
            </a:r>
            <a:r>
              <a:rPr lang="en-US" sz="650" dirty="0">
                <a:solidFill>
                  <a:prstClr val="black">
                    <a:lumMod val="85000"/>
                    <a:lumOff val="15000"/>
                  </a:prstClr>
                </a:solidFill>
                <a:latin typeface="Microsoft Sans Serif" pitchFamily="34" charset="0"/>
                <a:cs typeface="Microsoft Sans Serif" pitchFamily="34" charset="0"/>
              </a:rPr>
              <a:t>Copyright © </a:t>
            </a:r>
            <a:r>
              <a:rPr lang="en-US" sz="65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Microsoft Sans Serif" pitchFamily="34" charset="0"/>
                <a:cs typeface="Microsoft Sans Serif" pitchFamily="34" charset="0"/>
              </a:rPr>
              <a:t>2014  Cybage </a:t>
            </a:r>
            <a:r>
              <a:rPr lang="en-US" sz="650" dirty="0">
                <a:solidFill>
                  <a:prstClr val="black">
                    <a:lumMod val="85000"/>
                    <a:lumOff val="15000"/>
                  </a:prstClr>
                </a:solidFill>
                <a:latin typeface="Microsoft Sans Serif" pitchFamily="34" charset="0"/>
                <a:cs typeface="Microsoft Sans Serif" pitchFamily="34" charset="0"/>
              </a:rPr>
              <a:t>Software Pvt. Ltd. All Rights Reserved. Cybage Confidential.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658112" y="1116433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32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AE4DAB37-26B3-4983-9CAA-47C341AFC488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53261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/>
          </p:nvPr>
        </p:nvSpPr>
        <p:spPr>
          <a:xfrm>
            <a:off x="0" y="694944"/>
            <a:ext cx="9144000" cy="6163056"/>
          </a:xfrm>
          <a:prstGeom prst="rect">
            <a:avLst/>
          </a:prstGeom>
          <a:blipFill dpi="0" rotWithShape="1">
            <a:blip r:embed="rId2">
              <a:alphaModFix amt="4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>
                <a:noFill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5" name="Rectangle 4"/>
          <p:cNvSpPr/>
          <p:nvPr userDrawn="1"/>
        </p:nvSpPr>
        <p:spPr>
          <a:xfrm>
            <a:off x="0" y="692150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1520825" y="692150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658112" y="1116433"/>
            <a:ext cx="7485888" cy="566610"/>
          </a:xfrm>
          <a:prstGeom prst="rect">
            <a:avLst/>
          </a:prstGeom>
        </p:spPr>
        <p:txBody>
          <a:bodyPr/>
          <a:lstStyle>
            <a:lvl1pPr algn="l">
              <a:tabLst>
                <a:tab pos="4516438" algn="l"/>
              </a:tabLst>
              <a:defRPr sz="32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666" y="2523554"/>
            <a:ext cx="7269734" cy="3612070"/>
          </a:xfrm>
          <a:prstGeom prst="rect">
            <a:avLst/>
          </a:prstGeom>
        </p:spPr>
        <p:txBody>
          <a:bodyPr/>
          <a:lstStyle>
            <a:lvl1pPr marL="228600" indent="-228600">
              <a:buFont typeface="Arial" pitchFamily="34" charset="0"/>
              <a:buNone/>
              <a:defRPr sz="17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73BA7CC9-8F62-44AD-80A5-929721889876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029180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 userDrawn="1"/>
        </p:nvSpPr>
        <p:spPr bwMode="auto">
          <a:xfrm>
            <a:off x="1633538" y="1892300"/>
            <a:ext cx="6291262" cy="698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1600" dirty="0">
              <a:solidFill>
                <a:prstClr val="black">
                  <a:lumMod val="85000"/>
                  <a:lumOff val="15000"/>
                </a:prstClr>
              </a:solidFill>
              <a:latin typeface="Microsoft Sans Serif" pitchFamily="34" charset="0"/>
              <a:ea typeface="Kozuka Gothic Pro L" pitchFamily="34" charset="-128"/>
              <a:cs typeface="Microsoft Sans Serif" pitchFamily="34" charset="0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0" y="4652963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1520825" y="4652963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7" name="Title 1"/>
          <p:cNvSpPr>
            <a:spLocks noGrp="1"/>
          </p:cNvSpPr>
          <p:nvPr>
            <p:ph type="title"/>
          </p:nvPr>
        </p:nvSpPr>
        <p:spPr>
          <a:xfrm>
            <a:off x="1658112" y="5088256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32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666" y="1721803"/>
            <a:ext cx="7269734" cy="2548445"/>
          </a:xfrm>
          <a:prstGeom prst="rect">
            <a:avLst/>
          </a:prstGeom>
        </p:spPr>
        <p:txBody>
          <a:bodyPr/>
          <a:lstStyle>
            <a:lvl1pPr marL="228600" indent="-228600">
              <a:buFont typeface="Arial" pitchFamily="34" charset="0"/>
              <a:buNone/>
              <a:defRPr sz="17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BDD88513-9AFA-4BE4-A22E-EE8AFC87EBED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20446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/>
          </p:nvPr>
        </p:nvSpPr>
        <p:spPr>
          <a:xfrm>
            <a:off x="0" y="694944"/>
            <a:ext cx="9144000" cy="6163056"/>
          </a:xfrm>
          <a:prstGeom prst="rect">
            <a:avLst/>
          </a:prstGeom>
          <a:blipFill dpi="0" rotWithShape="1">
            <a:blip r:embed="rId2">
              <a:alphaModFix amt="4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>
                <a:noFill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5" name="Rectangle 2"/>
          <p:cNvSpPr>
            <a:spLocks noChangeArrowheads="1"/>
          </p:cNvSpPr>
          <p:nvPr userDrawn="1"/>
        </p:nvSpPr>
        <p:spPr bwMode="auto">
          <a:xfrm>
            <a:off x="1633538" y="1892300"/>
            <a:ext cx="6291262" cy="698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1600" dirty="0">
              <a:solidFill>
                <a:prstClr val="black">
                  <a:lumMod val="85000"/>
                  <a:lumOff val="15000"/>
                </a:prstClr>
              </a:solidFill>
              <a:latin typeface="Microsoft Sans Serif" pitchFamily="34" charset="0"/>
              <a:ea typeface="Kozuka Gothic Pro L" pitchFamily="34" charset="-128"/>
              <a:cs typeface="Microsoft Sans Serif" pitchFamily="34" charset="0"/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0" y="4652963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1520825" y="4652963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7" name="Title 1"/>
          <p:cNvSpPr>
            <a:spLocks noGrp="1"/>
          </p:cNvSpPr>
          <p:nvPr>
            <p:ph type="title"/>
          </p:nvPr>
        </p:nvSpPr>
        <p:spPr>
          <a:xfrm>
            <a:off x="1658112" y="5088256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32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666" y="1721803"/>
            <a:ext cx="7269734" cy="2594165"/>
          </a:xfrm>
          <a:prstGeom prst="rect">
            <a:avLst/>
          </a:prstGeom>
        </p:spPr>
        <p:txBody>
          <a:bodyPr/>
          <a:lstStyle>
            <a:lvl1pPr marL="228600" indent="-228600">
              <a:buFont typeface="Arial" pitchFamily="34" charset="0"/>
              <a:buNone/>
              <a:defRPr sz="17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DDEE3E6-CD34-4BA7-BE21-B347395A8995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352005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685800"/>
            <a:ext cx="1527175" cy="77152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1520825" y="685800"/>
            <a:ext cx="7623175" cy="77152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1658112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666" y="1721803"/>
            <a:ext cx="7269734" cy="3612070"/>
          </a:xfrm>
          <a:prstGeom prst="rect">
            <a:avLst/>
          </a:prstGeom>
        </p:spPr>
        <p:txBody>
          <a:bodyPr/>
          <a:lstStyle>
            <a:lvl1pPr marL="228600" indent="-228600">
              <a:buFont typeface="Arial" pitchFamily="34" charset="0"/>
              <a:buNone/>
              <a:defRPr sz="17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2770105C-75BA-4D3C-9737-FF2454E923E6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65287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685800"/>
            <a:ext cx="9144000" cy="77152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143637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E520927C-DEB5-4B60-BF1E-1C39DBA168BA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92512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407988" y="1154113"/>
            <a:ext cx="8328025" cy="5137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 userDrawn="1"/>
        </p:nvSpPr>
        <p:spPr>
          <a:xfrm>
            <a:off x="0" y="685800"/>
            <a:ext cx="1527175" cy="771525"/>
          </a:xfrm>
          <a:prstGeom prst="rect">
            <a:avLst/>
          </a:prstGeom>
          <a:solidFill>
            <a:srgbClr val="F88608">
              <a:alpha val="4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1520825" y="685800"/>
            <a:ext cx="7623175" cy="771525"/>
          </a:xfrm>
          <a:prstGeom prst="rect">
            <a:avLst/>
          </a:prstGeom>
          <a:solidFill>
            <a:srgbClr val="92CC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1658112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1AFCBF57-7BA2-4196-86E9-66F079619192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8304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685800"/>
            <a:ext cx="1527175" cy="771525"/>
          </a:xfrm>
          <a:prstGeom prst="rect">
            <a:avLst/>
          </a:prstGeom>
          <a:solidFill>
            <a:srgbClr val="F88608">
              <a:alpha val="4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1520825" y="685800"/>
            <a:ext cx="7623175" cy="771525"/>
          </a:xfrm>
          <a:prstGeom prst="rect">
            <a:avLst/>
          </a:prstGeom>
          <a:solidFill>
            <a:srgbClr val="92CC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1658112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A3496728-9F0E-48E6-AE29-6FACE6F67DAE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59647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"/>
          <p:cNvPicPr>
            <a:picLocks noChangeAspect="1" noChangeArrowheads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2552700" y="2982913"/>
            <a:ext cx="6591300" cy="3875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 userDrawn="1"/>
        </p:nvSpPr>
        <p:spPr>
          <a:xfrm>
            <a:off x="0" y="685800"/>
            <a:ext cx="1527175" cy="77152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1520825" y="685800"/>
            <a:ext cx="7623175" cy="77152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Footer Placeholder 3"/>
          <p:cNvSpPr txBox="1">
            <a:spLocks noGrp="1"/>
          </p:cNvSpPr>
          <p:nvPr userDrawn="1"/>
        </p:nvSpPr>
        <p:spPr bwMode="auto">
          <a:xfrm>
            <a:off x="3733800" y="6497638"/>
            <a:ext cx="526732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50" dirty="0">
                <a:solidFill>
                  <a:prstClr val="black"/>
                </a:solidFill>
                <a:latin typeface="Kozuka Gothic Pro M" pitchFamily="34" charset="-128"/>
              </a:rPr>
              <a:t> </a:t>
            </a:r>
            <a:r>
              <a:rPr lang="en-US" sz="650" dirty="0">
                <a:solidFill>
                  <a:prstClr val="black">
                    <a:lumMod val="85000"/>
                    <a:lumOff val="15000"/>
                  </a:prstClr>
                </a:solidFill>
                <a:latin typeface="Microsoft Sans Serif" pitchFamily="34" charset="0"/>
                <a:cs typeface="Microsoft Sans Serif" pitchFamily="34" charset="0"/>
              </a:rPr>
              <a:t>Copyright © </a:t>
            </a:r>
            <a:r>
              <a:rPr lang="en-US" sz="65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Microsoft Sans Serif" pitchFamily="34" charset="0"/>
                <a:cs typeface="Microsoft Sans Serif" pitchFamily="34" charset="0"/>
              </a:rPr>
              <a:t>2014  </a:t>
            </a:r>
            <a:r>
              <a:rPr lang="en-US" sz="650" dirty="0">
                <a:solidFill>
                  <a:prstClr val="black">
                    <a:lumMod val="85000"/>
                    <a:lumOff val="15000"/>
                  </a:prstClr>
                </a:solidFill>
                <a:latin typeface="Microsoft Sans Serif" pitchFamily="34" charset="0"/>
                <a:cs typeface="Microsoft Sans Serif" pitchFamily="34" charset="0"/>
              </a:rPr>
              <a:t>Cybage Software Pvt. Ltd. All Rights Reserved. Cybage Confidential.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1658112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666" y="1721802"/>
            <a:ext cx="7269734" cy="4724717"/>
          </a:xfrm>
          <a:prstGeom prst="rect">
            <a:avLst/>
          </a:prstGeom>
        </p:spPr>
        <p:txBody>
          <a:bodyPr/>
          <a:lstStyle>
            <a:lvl1pPr marL="228600" indent="-228600">
              <a:buFont typeface="Arial" pitchFamily="34" charset="0"/>
              <a:buNone/>
              <a:defRPr sz="17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0"/>
            <a:endParaRPr lang="en-US" dirty="0" smtClean="0"/>
          </a:p>
          <a:p>
            <a:pPr lvl="0"/>
            <a:endParaRPr lang="en-US" dirty="0" smtClean="0"/>
          </a:p>
          <a:p>
            <a:pPr lvl="0"/>
            <a:endParaRPr lang="en-US" dirty="0" smtClean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FE451DCD-20BD-4CAD-A0CF-9092C7A2ADF7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11847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666" y="5306251"/>
            <a:ext cx="7269734" cy="1075499"/>
          </a:xfrm>
          <a:prstGeom prst="rect">
            <a:avLst/>
          </a:prstGeom>
        </p:spPr>
        <p:txBody>
          <a:bodyPr/>
          <a:lstStyle>
            <a:lvl1pPr marL="228600" indent="-228600">
              <a:buFont typeface="Arial" pitchFamily="34" charset="0"/>
              <a:buNone/>
              <a:defRPr sz="17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685800"/>
            <a:ext cx="1527175" cy="77152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1520825" y="685800"/>
            <a:ext cx="7623175" cy="77152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Picture Placeholder 2"/>
          <p:cNvSpPr>
            <a:spLocks noGrp="1"/>
          </p:cNvSpPr>
          <p:nvPr>
            <p:ph type="pic" idx="1"/>
          </p:nvPr>
        </p:nvSpPr>
        <p:spPr>
          <a:xfrm>
            <a:off x="1752600" y="1856231"/>
            <a:ext cx="5644896" cy="31546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32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1658112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BD166A5C-17C6-4A49-AC19-AC1F236CAA51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72468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685800"/>
            <a:ext cx="1527175" cy="77152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1520825" y="685800"/>
            <a:ext cx="7623175" cy="77152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56231"/>
            <a:ext cx="4260850" cy="31546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32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1658112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10"/>
          </p:nvPr>
        </p:nvSpPr>
        <p:spPr>
          <a:xfrm>
            <a:off x="4572000" y="1758379"/>
            <a:ext cx="4343400" cy="3612070"/>
          </a:xfrm>
          <a:prstGeom prst="rect">
            <a:avLst/>
          </a:prstGeom>
        </p:spPr>
        <p:txBody>
          <a:bodyPr/>
          <a:lstStyle>
            <a:lvl1pPr marL="228600" indent="-228600">
              <a:buFont typeface="Arial" pitchFamily="34" charset="0"/>
              <a:buNone/>
              <a:defRPr sz="17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2F07A33B-69A4-4F59-B3B9-C3C4A0901BC6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23022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685800"/>
            <a:ext cx="1527175" cy="77152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1520825" y="685800"/>
            <a:ext cx="7623175" cy="77152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3"/>
          <p:cNvSpPr>
            <a:spLocks noChangeArrowheads="1"/>
          </p:cNvSpPr>
          <p:nvPr userDrawn="1"/>
        </p:nvSpPr>
        <p:spPr bwMode="auto">
          <a:xfrm>
            <a:off x="209550" y="2327275"/>
            <a:ext cx="2155825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>
                <a:solidFill>
                  <a:prstClr val="white"/>
                </a:solidFill>
                <a:latin typeface="Microsoft Sans Serif" pitchFamily="34" charset="0"/>
                <a:ea typeface="Kozuka Gothic Pro L" pitchFamily="34" charset="-128"/>
                <a:cs typeface="Microsoft Sans Serif" pitchFamily="34" charset="0"/>
              </a:rPr>
              <a:t>Place image here</a:t>
            </a:r>
          </a:p>
        </p:txBody>
      </p:sp>
      <p:sp>
        <p:nvSpPr>
          <p:cNvPr id="15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56232"/>
            <a:ext cx="2136775" cy="158204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32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1658112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0"/>
          </p:nvPr>
        </p:nvSpPr>
        <p:spPr>
          <a:xfrm>
            <a:off x="2498280" y="1721803"/>
            <a:ext cx="6389687" cy="3612070"/>
          </a:xfrm>
          <a:prstGeom prst="rect">
            <a:avLst/>
          </a:prstGeom>
        </p:spPr>
        <p:txBody>
          <a:bodyPr/>
          <a:lstStyle>
            <a:lvl1pPr marL="228600" indent="-228600">
              <a:buFont typeface="Arial" pitchFamily="34" charset="0"/>
              <a:buNone/>
              <a:defRPr sz="17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18ACD2C7-4421-45EE-8B74-CF7606631C23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44140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5591175"/>
            <a:ext cx="9139238" cy="71438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0" y="687388"/>
            <a:ext cx="9144000" cy="771525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grpSp>
        <p:nvGrpSpPr>
          <p:cNvPr id="5" name="Group 34"/>
          <p:cNvGrpSpPr>
            <a:grpSpLocks/>
          </p:cNvGrpSpPr>
          <p:nvPr userDrawn="1"/>
        </p:nvGrpSpPr>
        <p:grpSpPr bwMode="auto">
          <a:xfrm>
            <a:off x="-9525" y="1458913"/>
            <a:ext cx="2286000" cy="795337"/>
            <a:chOff x="1000125" y="5848350"/>
            <a:chExt cx="2286000" cy="795338"/>
          </a:xfrm>
        </p:grpSpPr>
        <p:sp>
          <p:nvSpPr>
            <p:cNvPr id="6" name="Rectangle 5"/>
            <p:cNvSpPr/>
            <p:nvPr/>
          </p:nvSpPr>
          <p:spPr bwMode="auto">
            <a:xfrm flipH="1">
              <a:off x="1000125" y="5848350"/>
              <a:ext cx="2286000" cy="795338"/>
            </a:xfrm>
            <a:prstGeom prst="rect">
              <a:avLst/>
            </a:prstGeom>
            <a:solidFill>
              <a:srgbClr val="00547E">
                <a:alpha val="8509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Text Placeholder 3"/>
            <p:cNvSpPr txBox="1">
              <a:spLocks/>
            </p:cNvSpPr>
            <p:nvPr/>
          </p:nvSpPr>
          <p:spPr>
            <a:xfrm>
              <a:off x="1138238" y="5872162"/>
              <a:ext cx="1919287" cy="712789"/>
            </a:xfrm>
            <a:prstGeom prst="rect">
              <a:avLst/>
            </a:prstGeom>
          </p:spPr>
          <p:txBody>
            <a:bodyPr/>
            <a:lstStyle>
              <a:lvl1pPr marL="0" indent="0">
                <a:buNone/>
                <a:defRPr sz="1700">
                  <a:solidFill>
                    <a:schemeClr val="bg1">
                      <a:lumMod val="95000"/>
                    </a:schemeClr>
                  </a:solidFill>
                  <a:latin typeface="Arial" pitchFamily="34" charset="0"/>
                  <a:cs typeface="Arial" pitchFamily="34" charset="0"/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fontAlgn="auto">
                <a:spcBef>
                  <a:spcPct val="20000"/>
                </a:spcBef>
                <a:spcAft>
                  <a:spcPts val="0"/>
                </a:spcAft>
                <a:buFont typeface="Arial" pitchFamily="34" charset="0"/>
                <a:buNone/>
                <a:defRPr/>
              </a:pPr>
              <a:r>
                <a:rPr lang="en-US" sz="1800" dirty="0" smtClean="0">
                  <a:solidFill>
                    <a:prstClr val="white">
                      <a:lumMod val="95000"/>
                    </a:prstClr>
                  </a:solidFill>
                </a:rPr>
                <a:t>OPD Service</a:t>
              </a:r>
            </a:p>
            <a:p>
              <a:pPr fontAlgn="auto">
                <a:spcBef>
                  <a:spcPct val="20000"/>
                </a:spcBef>
                <a:spcAft>
                  <a:spcPts val="0"/>
                </a:spcAft>
                <a:buFont typeface="Arial" pitchFamily="34" charset="0"/>
                <a:buNone/>
                <a:defRPr/>
              </a:pPr>
              <a:r>
                <a:rPr lang="en-US" sz="1000" dirty="0" smtClean="0">
                  <a:solidFill>
                    <a:prstClr val="white">
                      <a:lumMod val="95000"/>
                    </a:prstClr>
                  </a:solidFill>
                </a:rPr>
                <a:t>(Outsourced Product Development Services)</a:t>
              </a:r>
            </a:p>
          </p:txBody>
        </p:sp>
      </p:grpSp>
      <p:grpSp>
        <p:nvGrpSpPr>
          <p:cNvPr id="8" name="Group 40"/>
          <p:cNvGrpSpPr>
            <a:grpSpLocks/>
          </p:cNvGrpSpPr>
          <p:nvPr userDrawn="1"/>
        </p:nvGrpSpPr>
        <p:grpSpPr bwMode="auto">
          <a:xfrm>
            <a:off x="4562475" y="1457325"/>
            <a:ext cx="2295525" cy="795338"/>
            <a:chOff x="4562856" y="1457325"/>
            <a:chExt cx="2295144" cy="795338"/>
          </a:xfrm>
        </p:grpSpPr>
        <p:sp>
          <p:nvSpPr>
            <p:cNvPr id="9" name="Rectangle 8"/>
            <p:cNvSpPr/>
            <p:nvPr/>
          </p:nvSpPr>
          <p:spPr bwMode="auto">
            <a:xfrm flipH="1">
              <a:off x="4572379" y="1457325"/>
              <a:ext cx="2285621" cy="795338"/>
            </a:xfrm>
            <a:prstGeom prst="rect">
              <a:avLst/>
            </a:prstGeom>
            <a:solidFill>
              <a:srgbClr val="B36005">
                <a:alpha val="8509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Text Placeholder 3"/>
            <p:cNvSpPr txBox="1">
              <a:spLocks/>
            </p:cNvSpPr>
            <p:nvPr/>
          </p:nvSpPr>
          <p:spPr>
            <a:xfrm>
              <a:off x="4562856" y="1490663"/>
              <a:ext cx="1920556" cy="712787"/>
            </a:xfrm>
            <a:prstGeom prst="rect">
              <a:avLst/>
            </a:prstGeom>
          </p:spPr>
          <p:txBody>
            <a:bodyPr/>
            <a:lstStyle>
              <a:lvl1pPr marL="0" indent="0">
                <a:buNone/>
                <a:defRPr sz="1700">
                  <a:solidFill>
                    <a:schemeClr val="bg1">
                      <a:lumMod val="95000"/>
                    </a:schemeClr>
                  </a:solidFill>
                  <a:latin typeface="Arial" pitchFamily="34" charset="0"/>
                  <a:cs typeface="Arial" pitchFamily="34" charset="0"/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fontAlgn="auto">
                <a:spcBef>
                  <a:spcPct val="20000"/>
                </a:spcBef>
                <a:spcAft>
                  <a:spcPts val="0"/>
                </a:spcAft>
                <a:buFont typeface="Arial" pitchFamily="34" charset="0"/>
                <a:buNone/>
                <a:defRPr/>
              </a:pPr>
              <a:r>
                <a:rPr lang="en-US" sz="1800" dirty="0" smtClean="0">
                  <a:solidFill>
                    <a:prstClr val="white">
                      <a:lumMod val="95000"/>
                    </a:prstClr>
                  </a:solidFill>
                </a:rPr>
                <a:t>Value Added Services</a:t>
              </a:r>
            </a:p>
          </p:txBody>
        </p:sp>
      </p:grpSp>
      <p:grpSp>
        <p:nvGrpSpPr>
          <p:cNvPr id="11" name="Group 46"/>
          <p:cNvGrpSpPr>
            <a:grpSpLocks/>
          </p:cNvGrpSpPr>
          <p:nvPr userDrawn="1"/>
        </p:nvGrpSpPr>
        <p:grpSpPr bwMode="auto">
          <a:xfrm>
            <a:off x="6858000" y="1457325"/>
            <a:ext cx="2286000" cy="795338"/>
            <a:chOff x="6858000" y="1457325"/>
            <a:chExt cx="2286000" cy="795338"/>
          </a:xfrm>
        </p:grpSpPr>
        <p:sp>
          <p:nvSpPr>
            <p:cNvPr id="12" name="Rectangle 11"/>
            <p:cNvSpPr/>
            <p:nvPr/>
          </p:nvSpPr>
          <p:spPr bwMode="auto">
            <a:xfrm flipH="1">
              <a:off x="6858000" y="1457325"/>
              <a:ext cx="2286000" cy="795338"/>
            </a:xfrm>
            <a:prstGeom prst="rect">
              <a:avLst/>
            </a:prstGeom>
            <a:solidFill>
              <a:srgbClr val="EB7E07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Text Placeholder 3"/>
            <p:cNvSpPr txBox="1">
              <a:spLocks/>
            </p:cNvSpPr>
            <p:nvPr/>
          </p:nvSpPr>
          <p:spPr>
            <a:xfrm>
              <a:off x="6867525" y="1490663"/>
              <a:ext cx="1919288" cy="712787"/>
            </a:xfrm>
            <a:prstGeom prst="rect">
              <a:avLst/>
            </a:prstGeom>
          </p:spPr>
          <p:txBody>
            <a:bodyPr/>
            <a:lstStyle>
              <a:lvl1pPr marL="0" indent="0">
                <a:buNone/>
                <a:defRPr sz="1700">
                  <a:solidFill>
                    <a:schemeClr val="bg1">
                      <a:lumMod val="95000"/>
                    </a:schemeClr>
                  </a:solidFill>
                  <a:latin typeface="Arial" pitchFamily="34" charset="0"/>
                  <a:cs typeface="Arial" pitchFamily="34" charset="0"/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fontAlgn="auto">
                <a:spcBef>
                  <a:spcPct val="20000"/>
                </a:spcBef>
                <a:spcAft>
                  <a:spcPts val="0"/>
                </a:spcAft>
                <a:buFont typeface="Arial" pitchFamily="34" charset="0"/>
                <a:buNone/>
                <a:defRPr/>
              </a:pPr>
              <a:r>
                <a:rPr lang="en-US" sz="1800" dirty="0" smtClean="0">
                  <a:solidFill>
                    <a:prstClr val="white">
                      <a:lumMod val="95000"/>
                    </a:prstClr>
                  </a:solidFill>
                </a:rPr>
                <a:t>Idea Incubation Center</a:t>
              </a:r>
            </a:p>
          </p:txBody>
        </p:sp>
      </p:grpSp>
      <p:grpSp>
        <p:nvGrpSpPr>
          <p:cNvPr id="14" name="Group 51"/>
          <p:cNvGrpSpPr>
            <a:grpSpLocks/>
          </p:cNvGrpSpPr>
          <p:nvPr userDrawn="1"/>
        </p:nvGrpSpPr>
        <p:grpSpPr bwMode="auto">
          <a:xfrm>
            <a:off x="2266950" y="1457325"/>
            <a:ext cx="2305050" cy="795338"/>
            <a:chOff x="2267712" y="1457325"/>
            <a:chExt cx="2304288" cy="795338"/>
          </a:xfrm>
        </p:grpSpPr>
        <p:sp>
          <p:nvSpPr>
            <p:cNvPr id="15" name="Rectangle 14"/>
            <p:cNvSpPr/>
            <p:nvPr/>
          </p:nvSpPr>
          <p:spPr bwMode="auto">
            <a:xfrm flipH="1">
              <a:off x="2278821" y="1457325"/>
              <a:ext cx="2293179" cy="795338"/>
            </a:xfrm>
            <a:prstGeom prst="rect">
              <a:avLst/>
            </a:prstGeom>
            <a:solidFill>
              <a:srgbClr val="0075B0">
                <a:alpha val="8470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6" name="Text Placeholder 3"/>
            <p:cNvSpPr txBox="1">
              <a:spLocks/>
            </p:cNvSpPr>
            <p:nvPr/>
          </p:nvSpPr>
          <p:spPr>
            <a:xfrm>
              <a:off x="2267712" y="1481138"/>
              <a:ext cx="2304288" cy="712787"/>
            </a:xfrm>
            <a:prstGeom prst="rect">
              <a:avLst/>
            </a:prstGeom>
          </p:spPr>
          <p:txBody>
            <a:bodyPr/>
            <a:lstStyle>
              <a:lvl1pPr marL="0" indent="0">
                <a:buNone/>
                <a:defRPr sz="1700">
                  <a:solidFill>
                    <a:schemeClr val="bg1">
                      <a:lumMod val="95000"/>
                    </a:schemeClr>
                  </a:solidFill>
                  <a:latin typeface="Arial" pitchFamily="34" charset="0"/>
                  <a:cs typeface="Arial" pitchFamily="34" charset="0"/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800" dirty="0" smtClean="0">
                  <a:solidFill>
                    <a:prstClr val="white">
                      <a:lumMod val="95000"/>
                    </a:prstClr>
                  </a:solidFill>
                </a:rPr>
                <a:t>Enterprise Business Solutions</a:t>
              </a:r>
            </a:p>
          </p:txBody>
        </p:sp>
      </p:grpSp>
      <p:grpSp>
        <p:nvGrpSpPr>
          <p:cNvPr id="17" name="Group 57"/>
          <p:cNvGrpSpPr>
            <a:grpSpLocks/>
          </p:cNvGrpSpPr>
          <p:nvPr userDrawn="1"/>
        </p:nvGrpSpPr>
        <p:grpSpPr bwMode="auto">
          <a:xfrm>
            <a:off x="-9525" y="2252663"/>
            <a:ext cx="2286000" cy="3343275"/>
            <a:chOff x="-9525" y="2252663"/>
            <a:chExt cx="2286000" cy="3343275"/>
          </a:xfrm>
        </p:grpSpPr>
        <p:sp>
          <p:nvSpPr>
            <p:cNvPr id="18" name="Rectangle 17"/>
            <p:cNvSpPr/>
            <p:nvPr/>
          </p:nvSpPr>
          <p:spPr bwMode="auto">
            <a:xfrm flipH="1" flipV="1">
              <a:off x="-9525" y="2252663"/>
              <a:ext cx="2286000" cy="3343275"/>
            </a:xfrm>
            <a:prstGeom prst="rect">
              <a:avLst/>
            </a:prstGeom>
            <a:solidFill>
              <a:srgbClr val="44BDFA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buClr>
                  <a:prstClr val="black">
                    <a:lumMod val="75000"/>
                    <a:lumOff val="25000"/>
                  </a:prstClr>
                </a:buClr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9" name="Text Placeholder 3"/>
            <p:cNvSpPr txBox="1">
              <a:spLocks/>
            </p:cNvSpPr>
            <p:nvPr/>
          </p:nvSpPr>
          <p:spPr>
            <a:xfrm>
              <a:off x="128588" y="2414588"/>
              <a:ext cx="1919287" cy="3024187"/>
            </a:xfrm>
            <a:prstGeom prst="rect">
              <a:avLst/>
            </a:prstGeom>
          </p:spPr>
          <p:txBody>
            <a:bodyPr/>
            <a:lstStyle>
              <a:lvl1pPr marL="119063" marR="0" indent="-119063" algn="l" defTabSz="914400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Tx/>
                <a:buSzTx/>
                <a:buFont typeface="Arial" pitchFamily="34" charset="0"/>
                <a:buChar char="•"/>
                <a:tabLst/>
                <a:defRPr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>
                <a:buClr>
                  <a:srgbClr val="0075B0"/>
                </a:buClr>
                <a:defRPr/>
              </a:pPr>
              <a:r>
                <a:rPr lang="en-US" dirty="0" smtClean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Software Development</a:t>
              </a:r>
            </a:p>
            <a:p>
              <a:pPr>
                <a:buClr>
                  <a:srgbClr val="0075B0"/>
                </a:buClr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  <a:p>
              <a:pPr>
                <a:buClr>
                  <a:srgbClr val="0075B0"/>
                </a:buClr>
                <a:defRPr/>
              </a:pPr>
              <a:r>
                <a:rPr lang="en-US" dirty="0" smtClean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Software </a:t>
              </a:r>
              <a:br>
                <a:rPr lang="en-US" dirty="0" smtClean="0">
                  <a:solidFill>
                    <a:prstClr val="black">
                      <a:lumMod val="75000"/>
                      <a:lumOff val="25000"/>
                    </a:prstClr>
                  </a:solidFill>
                </a:rPr>
              </a:br>
              <a:r>
                <a:rPr lang="en-US" dirty="0" smtClean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Re-Engineering</a:t>
              </a:r>
            </a:p>
            <a:p>
              <a:pPr>
                <a:buClr>
                  <a:srgbClr val="0075B0"/>
                </a:buClr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  <a:p>
              <a:pPr>
                <a:buClr>
                  <a:srgbClr val="0075B0"/>
                </a:buClr>
                <a:defRPr/>
              </a:pPr>
              <a:r>
                <a:rPr lang="en-US" dirty="0" smtClean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Software Maintenance</a:t>
              </a:r>
            </a:p>
            <a:p>
              <a:pPr>
                <a:buClr>
                  <a:srgbClr val="0075B0"/>
                </a:buClr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  <a:p>
              <a:pPr>
                <a:buClr>
                  <a:srgbClr val="0075B0"/>
                </a:buClr>
                <a:defRPr/>
              </a:pPr>
              <a:r>
                <a:rPr lang="en-US" dirty="0" smtClean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QA and Testing</a:t>
              </a:r>
            </a:p>
            <a:p>
              <a:pPr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  <a:p>
              <a:pPr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  <a:p>
              <a:pPr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</p:txBody>
        </p:sp>
      </p:grpSp>
      <p:grpSp>
        <p:nvGrpSpPr>
          <p:cNvPr id="20" name="Group 61"/>
          <p:cNvGrpSpPr>
            <a:grpSpLocks/>
          </p:cNvGrpSpPr>
          <p:nvPr userDrawn="1"/>
        </p:nvGrpSpPr>
        <p:grpSpPr bwMode="auto">
          <a:xfrm>
            <a:off x="2266950" y="2252663"/>
            <a:ext cx="2305050" cy="3343275"/>
            <a:chOff x="2267712" y="2252663"/>
            <a:chExt cx="2304288" cy="3343275"/>
          </a:xfrm>
        </p:grpSpPr>
        <p:sp>
          <p:nvSpPr>
            <p:cNvPr id="21" name="Rectangle 20"/>
            <p:cNvSpPr/>
            <p:nvPr/>
          </p:nvSpPr>
          <p:spPr bwMode="auto">
            <a:xfrm flipH="1" flipV="1">
              <a:off x="2278821" y="2252663"/>
              <a:ext cx="2293179" cy="3343275"/>
            </a:xfrm>
            <a:prstGeom prst="rect">
              <a:avLst/>
            </a:prstGeom>
            <a:solidFill>
              <a:srgbClr val="69CAFB">
                <a:alpha val="2509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2" name="Text Placeholder 3"/>
            <p:cNvSpPr txBox="1">
              <a:spLocks/>
            </p:cNvSpPr>
            <p:nvPr/>
          </p:nvSpPr>
          <p:spPr>
            <a:xfrm>
              <a:off x="2267712" y="2414588"/>
              <a:ext cx="2304288" cy="3024187"/>
            </a:xfrm>
            <a:prstGeom prst="rect">
              <a:avLst/>
            </a:prstGeom>
          </p:spPr>
          <p:txBody>
            <a:bodyPr/>
            <a:lstStyle>
              <a:lvl1pPr marL="119063" marR="0" indent="-119063" algn="l" defTabSz="914400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Tx/>
                <a:buSzTx/>
                <a:buFont typeface="Arial" pitchFamily="34" charset="0"/>
                <a:buChar char="•"/>
                <a:tabLst/>
                <a:defRPr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>
                <a:buClr>
                  <a:srgbClr val="0075B0"/>
                </a:buClr>
                <a:defRPr/>
              </a:pPr>
              <a:r>
                <a:rPr lang="en-US" dirty="0" smtClean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Application Development  and Maintenance</a:t>
              </a:r>
            </a:p>
            <a:p>
              <a:pPr>
                <a:buClr>
                  <a:srgbClr val="0075B0"/>
                </a:buClr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  <a:p>
              <a:pPr>
                <a:buClr>
                  <a:srgbClr val="0075B0"/>
                </a:buClr>
                <a:defRPr/>
              </a:pPr>
              <a:r>
                <a:rPr lang="en-US" dirty="0" smtClean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Enterprise Portals</a:t>
              </a:r>
            </a:p>
            <a:p>
              <a:pPr>
                <a:buClr>
                  <a:srgbClr val="0075B0"/>
                </a:buClr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  <a:p>
              <a:pPr>
                <a:buClr>
                  <a:srgbClr val="0075B0"/>
                </a:buClr>
                <a:defRPr/>
              </a:pPr>
              <a:r>
                <a:rPr lang="en-US" dirty="0" smtClean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SOA Services</a:t>
              </a:r>
            </a:p>
            <a:p>
              <a:pPr>
                <a:buClr>
                  <a:srgbClr val="0075B0"/>
                </a:buClr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  <a:p>
              <a:pPr>
                <a:buClr>
                  <a:srgbClr val="0075B0"/>
                </a:buClr>
                <a:defRPr/>
              </a:pPr>
              <a:r>
                <a:rPr lang="en-US" dirty="0" smtClean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MIS  and Data Analytics</a:t>
              </a:r>
            </a:p>
            <a:p>
              <a:pPr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  <a:p>
              <a:pPr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  <a:p>
              <a:pPr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</p:txBody>
        </p:sp>
      </p:grpSp>
      <p:grpSp>
        <p:nvGrpSpPr>
          <p:cNvPr id="23" name="Group 64"/>
          <p:cNvGrpSpPr>
            <a:grpSpLocks/>
          </p:cNvGrpSpPr>
          <p:nvPr userDrawn="1"/>
        </p:nvGrpSpPr>
        <p:grpSpPr bwMode="auto">
          <a:xfrm>
            <a:off x="4572000" y="2252663"/>
            <a:ext cx="2400300" cy="3343275"/>
            <a:chOff x="4572000" y="2252663"/>
            <a:chExt cx="2400300" cy="3343275"/>
          </a:xfrm>
        </p:grpSpPr>
        <p:sp>
          <p:nvSpPr>
            <p:cNvPr id="24" name="Rectangle 23"/>
            <p:cNvSpPr/>
            <p:nvPr/>
          </p:nvSpPr>
          <p:spPr bwMode="auto">
            <a:xfrm flipH="1" flipV="1">
              <a:off x="4572000" y="2252663"/>
              <a:ext cx="2286000" cy="3343275"/>
            </a:xfrm>
            <a:prstGeom prst="rect">
              <a:avLst/>
            </a:prstGeom>
            <a:solidFill>
              <a:srgbClr val="FAB160">
                <a:alpha val="4509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buClr>
                  <a:prstClr val="black">
                    <a:lumMod val="75000"/>
                    <a:lumOff val="25000"/>
                  </a:prstClr>
                </a:buClr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5" name="Text Placeholder 3"/>
            <p:cNvSpPr txBox="1">
              <a:spLocks/>
            </p:cNvSpPr>
            <p:nvPr/>
          </p:nvSpPr>
          <p:spPr>
            <a:xfrm>
              <a:off x="4572000" y="2414588"/>
              <a:ext cx="2400300" cy="3005137"/>
            </a:xfrm>
            <a:prstGeom prst="rect">
              <a:avLst/>
            </a:prstGeom>
          </p:spPr>
          <p:txBody>
            <a:bodyPr/>
            <a:lstStyle>
              <a:lvl1pPr marL="119063" marR="0" indent="-119063" algn="l" defTabSz="914400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Tx/>
                <a:buSzTx/>
                <a:buFont typeface="Arial" pitchFamily="34" charset="0"/>
                <a:buChar char="•"/>
                <a:tabLst/>
                <a:defRPr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>
                <a:buClr>
                  <a:srgbClr val="F79646">
                    <a:lumMod val="50000"/>
                  </a:srgbClr>
                </a:buClr>
                <a:defRPr/>
              </a:pPr>
              <a:r>
                <a:rPr lang="en-US" dirty="0" smtClean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Technical Support</a:t>
              </a:r>
            </a:p>
            <a:p>
              <a:pPr>
                <a:buClr>
                  <a:srgbClr val="F79646">
                    <a:lumMod val="50000"/>
                  </a:srgbClr>
                </a:buClr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  <a:p>
              <a:pPr>
                <a:buClr>
                  <a:srgbClr val="F79646">
                    <a:lumMod val="50000"/>
                  </a:srgbClr>
                </a:buClr>
                <a:defRPr/>
              </a:pPr>
              <a:r>
                <a:rPr lang="en-US" dirty="0" smtClean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User Interface Design </a:t>
              </a:r>
            </a:p>
            <a:p>
              <a:pPr>
                <a:buClr>
                  <a:srgbClr val="F79646">
                    <a:lumMod val="50000"/>
                  </a:srgbClr>
                </a:buClr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  <a:p>
              <a:pPr>
                <a:buClr>
                  <a:srgbClr val="F79646">
                    <a:lumMod val="50000"/>
                  </a:srgbClr>
                </a:buClr>
                <a:defRPr/>
              </a:pPr>
              <a:r>
                <a:rPr lang="en-US" dirty="0" smtClean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Documentation</a:t>
              </a:r>
            </a:p>
            <a:p>
              <a:pPr>
                <a:buFont typeface="Arial" pitchFamily="34" charset="0"/>
                <a:buNone/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  <a:p>
              <a:pPr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  <a:p>
              <a:pPr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</p:txBody>
        </p:sp>
      </p:grpSp>
      <p:grpSp>
        <p:nvGrpSpPr>
          <p:cNvPr id="26" name="Group 67"/>
          <p:cNvGrpSpPr>
            <a:grpSpLocks/>
          </p:cNvGrpSpPr>
          <p:nvPr userDrawn="1"/>
        </p:nvGrpSpPr>
        <p:grpSpPr bwMode="auto">
          <a:xfrm>
            <a:off x="6858000" y="2252663"/>
            <a:ext cx="2286000" cy="3343275"/>
            <a:chOff x="6857998" y="2252663"/>
            <a:chExt cx="2286002" cy="3343275"/>
          </a:xfrm>
        </p:grpSpPr>
        <p:sp>
          <p:nvSpPr>
            <p:cNvPr id="27" name="Rectangle 26"/>
            <p:cNvSpPr/>
            <p:nvPr/>
          </p:nvSpPr>
          <p:spPr bwMode="auto">
            <a:xfrm flipH="1" flipV="1">
              <a:off x="6857998" y="2252663"/>
              <a:ext cx="2286002" cy="3343275"/>
            </a:xfrm>
            <a:prstGeom prst="rect">
              <a:avLst/>
            </a:prstGeom>
            <a:solidFill>
              <a:srgbClr val="FDD9B1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9" name="Text Placeholder 3"/>
            <p:cNvSpPr txBox="1">
              <a:spLocks/>
            </p:cNvSpPr>
            <p:nvPr/>
          </p:nvSpPr>
          <p:spPr>
            <a:xfrm>
              <a:off x="6857998" y="2414588"/>
              <a:ext cx="2057402" cy="3024187"/>
            </a:xfrm>
            <a:prstGeom prst="rect">
              <a:avLst/>
            </a:prstGeom>
          </p:spPr>
          <p:txBody>
            <a:bodyPr/>
            <a:lstStyle>
              <a:lvl1pPr marL="119063" marR="0" indent="-119063" algn="l" defTabSz="914400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Tx/>
                <a:buSzTx/>
                <a:buFont typeface="Arial" pitchFamily="34" charset="0"/>
                <a:buChar char="•"/>
                <a:tabLst/>
                <a:defRPr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>
                <a:buClr>
                  <a:srgbClr val="F79646"/>
                </a:buClr>
                <a:defRPr/>
              </a:pPr>
              <a:r>
                <a:rPr lang="en-US" dirty="0" smtClean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From an Idea to Product</a:t>
              </a:r>
            </a:p>
            <a:p>
              <a:pPr>
                <a:buClr>
                  <a:srgbClr val="F79646"/>
                </a:buClr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  <a:p>
              <a:pPr>
                <a:buClr>
                  <a:srgbClr val="F79646"/>
                </a:buClr>
                <a:defRPr/>
              </a:pPr>
              <a:r>
                <a:rPr lang="en-US" dirty="0" smtClean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Qualified Pool of Product  Architects</a:t>
              </a:r>
            </a:p>
            <a:p>
              <a:pPr>
                <a:buClr>
                  <a:srgbClr val="F79646"/>
                </a:buClr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  <a:p>
              <a:pPr>
                <a:buClr>
                  <a:srgbClr val="F79646"/>
                </a:buClr>
                <a:defRPr/>
              </a:pPr>
              <a:r>
                <a:rPr lang="en-US" dirty="0" smtClean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Scalable ODC Environment</a:t>
              </a:r>
            </a:p>
            <a:p>
              <a:pPr>
                <a:buClr>
                  <a:srgbClr val="F79646"/>
                </a:buClr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  <a:p>
              <a:pPr>
                <a:buClr>
                  <a:srgbClr val="F79646"/>
                </a:buClr>
                <a:defRPr/>
              </a:pPr>
              <a:r>
                <a:rPr lang="en-US" dirty="0" smtClean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Optimization of Limited Resources</a:t>
              </a:r>
            </a:p>
            <a:p>
              <a:pPr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  <a:p>
              <a:pPr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  <a:p>
              <a:pPr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</p:txBody>
        </p:sp>
      </p:grp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112776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0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FD10573A-72F2-442A-A6D9-3C5A77896AF4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788256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 flipV="1">
            <a:off x="2286000" y="2252663"/>
            <a:ext cx="2286000" cy="3343275"/>
          </a:xfrm>
          <a:prstGeom prst="rect">
            <a:avLst/>
          </a:prstGeom>
          <a:solidFill>
            <a:srgbClr val="44BDFA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 flipV="1">
            <a:off x="6858000" y="2252663"/>
            <a:ext cx="2286000" cy="3343275"/>
          </a:xfrm>
          <a:prstGeom prst="rect">
            <a:avLst/>
          </a:prstGeom>
          <a:solidFill>
            <a:srgbClr val="44BDFA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/>
          <p:nvPr userDrawn="1"/>
        </p:nvSpPr>
        <p:spPr>
          <a:xfrm flipV="1">
            <a:off x="4572000" y="2252663"/>
            <a:ext cx="2286000" cy="3343275"/>
          </a:xfrm>
          <a:prstGeom prst="rect">
            <a:avLst/>
          </a:prstGeom>
          <a:solidFill>
            <a:srgbClr val="65C9FB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Rectangle 13"/>
          <p:cNvSpPr/>
          <p:nvPr userDrawn="1"/>
        </p:nvSpPr>
        <p:spPr>
          <a:xfrm flipV="1">
            <a:off x="2286000" y="1457325"/>
            <a:ext cx="2286000" cy="795338"/>
          </a:xfrm>
          <a:prstGeom prst="rect">
            <a:avLst/>
          </a:prstGeom>
          <a:solidFill>
            <a:srgbClr val="00547E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 flipV="1">
            <a:off x="4572000" y="1457325"/>
            <a:ext cx="2286000" cy="795338"/>
          </a:xfrm>
          <a:prstGeom prst="rect">
            <a:avLst/>
          </a:prstGeom>
          <a:solidFill>
            <a:srgbClr val="00547E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 flipV="1">
            <a:off x="6858000" y="1457325"/>
            <a:ext cx="2286000" cy="795338"/>
          </a:xfrm>
          <a:prstGeom prst="rect">
            <a:avLst/>
          </a:prstGeom>
          <a:solidFill>
            <a:srgbClr val="00547E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 flipH="1">
            <a:off x="0" y="1457325"/>
            <a:ext cx="2286000" cy="792163"/>
          </a:xfrm>
          <a:prstGeom prst="rect">
            <a:avLst/>
          </a:prstGeom>
          <a:solidFill>
            <a:srgbClr val="00547E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8" name="Rectangle 17"/>
          <p:cNvSpPr/>
          <p:nvPr userDrawn="1"/>
        </p:nvSpPr>
        <p:spPr>
          <a:xfrm>
            <a:off x="0" y="5591175"/>
            <a:ext cx="9139238" cy="71438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9" name="Rectangle 18"/>
          <p:cNvSpPr/>
          <p:nvPr userDrawn="1"/>
        </p:nvSpPr>
        <p:spPr>
          <a:xfrm>
            <a:off x="0" y="687388"/>
            <a:ext cx="9144000" cy="771525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grpSp>
        <p:nvGrpSpPr>
          <p:cNvPr id="20" name="Group 47"/>
          <p:cNvGrpSpPr>
            <a:grpSpLocks/>
          </p:cNvGrpSpPr>
          <p:nvPr userDrawn="1"/>
        </p:nvGrpSpPr>
        <p:grpSpPr bwMode="auto">
          <a:xfrm>
            <a:off x="1836738" y="1608138"/>
            <a:ext cx="352425" cy="266700"/>
            <a:chOff x="1773238" y="1957388"/>
            <a:chExt cx="352425" cy="266700"/>
          </a:xfrm>
        </p:grpSpPr>
        <p:sp>
          <p:nvSpPr>
            <p:cNvPr id="21" name="Isosceles Triangle 20"/>
            <p:cNvSpPr/>
            <p:nvPr/>
          </p:nvSpPr>
          <p:spPr>
            <a:xfrm rot="5400000">
              <a:off x="1716088" y="2014538"/>
              <a:ext cx="266700" cy="152400"/>
            </a:xfrm>
            <a:prstGeom prst="triangle">
              <a:avLst/>
            </a:prstGeom>
            <a:solidFill>
              <a:srgbClr val="004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3" name="Isosceles Triangle 22"/>
            <p:cNvSpPr/>
            <p:nvPr/>
          </p:nvSpPr>
          <p:spPr>
            <a:xfrm rot="5400000">
              <a:off x="1806575" y="2014538"/>
              <a:ext cx="266700" cy="152400"/>
            </a:xfrm>
            <a:prstGeom prst="triangle">
              <a:avLst/>
            </a:prstGeom>
            <a:solidFill>
              <a:srgbClr val="004B7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6" name="Isosceles Triangle 25"/>
            <p:cNvSpPr/>
            <p:nvPr/>
          </p:nvSpPr>
          <p:spPr>
            <a:xfrm rot="5400000">
              <a:off x="1916113" y="2014538"/>
              <a:ext cx="266700" cy="152400"/>
            </a:xfrm>
            <a:prstGeom prst="triangle">
              <a:avLst/>
            </a:prstGeom>
            <a:solidFill>
              <a:srgbClr val="00547E">
                <a:alpha val="7607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47" name="Picture Placeholder 2"/>
          <p:cNvSpPr>
            <a:spLocks noGrp="1"/>
          </p:cNvSpPr>
          <p:nvPr>
            <p:ph type="pic" idx="1"/>
          </p:nvPr>
        </p:nvSpPr>
        <p:spPr>
          <a:xfrm>
            <a:off x="3175" y="2252663"/>
            <a:ext cx="2282825" cy="333851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32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112776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6" name="Text Placeholder 3"/>
          <p:cNvSpPr>
            <a:spLocks noGrp="1"/>
          </p:cNvSpPr>
          <p:nvPr>
            <p:ph type="body" sz="half" idx="11"/>
          </p:nvPr>
        </p:nvSpPr>
        <p:spPr>
          <a:xfrm>
            <a:off x="2295145" y="1545146"/>
            <a:ext cx="1920240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2" name="Text Placeholder 3"/>
          <p:cNvSpPr>
            <a:spLocks noGrp="1"/>
          </p:cNvSpPr>
          <p:nvPr>
            <p:ph type="body" sz="half" idx="13"/>
          </p:nvPr>
        </p:nvSpPr>
        <p:spPr>
          <a:xfrm>
            <a:off x="4562856" y="1545146"/>
            <a:ext cx="1920240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9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48856" y="1545146"/>
            <a:ext cx="1920240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2295144" y="2413826"/>
            <a:ext cx="1920240" cy="713422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2000" y="2413826"/>
            <a:ext cx="1920240" cy="713422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25" name="Text Placeholder 3"/>
          <p:cNvSpPr>
            <a:spLocks noGrp="1"/>
          </p:cNvSpPr>
          <p:nvPr>
            <p:ph type="body" sz="half" idx="20"/>
          </p:nvPr>
        </p:nvSpPr>
        <p:spPr>
          <a:xfrm>
            <a:off x="6857999" y="2413826"/>
            <a:ext cx="1920240" cy="713422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5" name="Text Placeholder 3"/>
          <p:cNvSpPr>
            <a:spLocks noGrp="1"/>
          </p:cNvSpPr>
          <p:nvPr>
            <p:ph type="body" sz="half" idx="21"/>
          </p:nvPr>
        </p:nvSpPr>
        <p:spPr>
          <a:xfrm>
            <a:off x="109728" y="1545146"/>
            <a:ext cx="1920240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7" name="Slide Number Placeholder 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93985D7-9B6C-4D50-A037-DFD3278C380B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72584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 flipV="1">
            <a:off x="2281238" y="1457325"/>
            <a:ext cx="3409950" cy="796925"/>
          </a:xfrm>
          <a:prstGeom prst="rect">
            <a:avLst/>
          </a:prstGeom>
          <a:solidFill>
            <a:srgbClr val="B36005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 userDrawn="1"/>
        </p:nvSpPr>
        <p:spPr>
          <a:xfrm flipV="1">
            <a:off x="5695950" y="1457325"/>
            <a:ext cx="3457575" cy="796925"/>
          </a:xfrm>
          <a:prstGeom prst="rect">
            <a:avLst/>
          </a:prstGeom>
          <a:solidFill>
            <a:srgbClr val="B36005">
              <a:alpha val="7607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 userDrawn="1"/>
        </p:nvSpPr>
        <p:spPr>
          <a:xfrm flipV="1">
            <a:off x="2281238" y="2254250"/>
            <a:ext cx="3414712" cy="3403600"/>
          </a:xfrm>
          <a:prstGeom prst="rect">
            <a:avLst/>
          </a:prstGeom>
          <a:solidFill>
            <a:srgbClr val="FAB16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 flipV="1">
            <a:off x="5695950" y="2254250"/>
            <a:ext cx="3457575" cy="3403600"/>
          </a:xfrm>
          <a:prstGeom prst="rect">
            <a:avLst/>
          </a:prstGeom>
          <a:solidFill>
            <a:srgbClr val="FAB160">
              <a:alpha val="4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-9525" y="1457325"/>
            <a:ext cx="2286000" cy="796925"/>
          </a:xfrm>
          <a:prstGeom prst="rect">
            <a:avLst/>
          </a:prstGeom>
          <a:solidFill>
            <a:srgbClr val="B36005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Rectangle 13"/>
          <p:cNvSpPr/>
          <p:nvPr userDrawn="1"/>
        </p:nvSpPr>
        <p:spPr>
          <a:xfrm>
            <a:off x="0" y="5591175"/>
            <a:ext cx="9139238" cy="71438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0" y="687388"/>
            <a:ext cx="9144000" cy="771525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grpSp>
        <p:nvGrpSpPr>
          <p:cNvPr id="16" name="Group 42"/>
          <p:cNvGrpSpPr>
            <a:grpSpLocks/>
          </p:cNvGrpSpPr>
          <p:nvPr userDrawn="1"/>
        </p:nvGrpSpPr>
        <p:grpSpPr bwMode="auto">
          <a:xfrm>
            <a:off x="1827213" y="1611313"/>
            <a:ext cx="371475" cy="266700"/>
            <a:chOff x="1104900" y="1885950"/>
            <a:chExt cx="371475" cy="266700"/>
          </a:xfrm>
        </p:grpSpPr>
        <p:sp>
          <p:nvSpPr>
            <p:cNvPr id="17" name="Isosceles Triangle 16"/>
            <p:cNvSpPr/>
            <p:nvPr userDrawn="1"/>
          </p:nvSpPr>
          <p:spPr>
            <a:xfrm rot="5400000">
              <a:off x="1047750" y="1943100"/>
              <a:ext cx="266700" cy="152400"/>
            </a:xfrm>
            <a:prstGeom prst="triangle">
              <a:avLst/>
            </a:prstGeom>
            <a:solidFill>
              <a:srgbClr val="9F560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8" name="Isosceles Triangle 17"/>
            <p:cNvSpPr/>
            <p:nvPr userDrawn="1"/>
          </p:nvSpPr>
          <p:spPr>
            <a:xfrm rot="5400000">
              <a:off x="1157287" y="1943100"/>
              <a:ext cx="266700" cy="152400"/>
            </a:xfrm>
            <a:prstGeom prst="triangle">
              <a:avLst/>
            </a:prstGeom>
            <a:solidFill>
              <a:srgbClr val="B3600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9" name="Isosceles Triangle 18"/>
            <p:cNvSpPr/>
            <p:nvPr userDrawn="1"/>
          </p:nvSpPr>
          <p:spPr>
            <a:xfrm rot="5400000">
              <a:off x="1266825" y="1943100"/>
              <a:ext cx="266700" cy="152400"/>
            </a:xfrm>
            <a:prstGeom prst="triangle">
              <a:avLst/>
            </a:prstGeom>
            <a:solidFill>
              <a:srgbClr val="B36005">
                <a:alpha val="7607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47" name="Picture Placeholder 2"/>
          <p:cNvSpPr>
            <a:spLocks noGrp="1"/>
          </p:cNvSpPr>
          <p:nvPr>
            <p:ph type="pic" idx="1"/>
          </p:nvPr>
        </p:nvSpPr>
        <p:spPr>
          <a:xfrm>
            <a:off x="-5790" y="2254250"/>
            <a:ext cx="2282825" cy="333851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32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112776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6" name="Text Placeholder 3"/>
          <p:cNvSpPr>
            <a:spLocks noGrp="1"/>
          </p:cNvSpPr>
          <p:nvPr>
            <p:ph type="body" sz="half" idx="11"/>
          </p:nvPr>
        </p:nvSpPr>
        <p:spPr>
          <a:xfrm>
            <a:off x="2295144" y="1545146"/>
            <a:ext cx="3182111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2" name="Text Placeholder 3"/>
          <p:cNvSpPr>
            <a:spLocks noGrp="1"/>
          </p:cNvSpPr>
          <p:nvPr>
            <p:ph type="body" sz="half" idx="13"/>
          </p:nvPr>
        </p:nvSpPr>
        <p:spPr>
          <a:xfrm>
            <a:off x="5669280" y="1545146"/>
            <a:ext cx="3236976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2295144" y="2413826"/>
            <a:ext cx="3191256" cy="713422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5678424" y="2413826"/>
            <a:ext cx="3227832" cy="713422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5" name="Text Placeholder 3"/>
          <p:cNvSpPr>
            <a:spLocks noGrp="1"/>
          </p:cNvSpPr>
          <p:nvPr>
            <p:ph type="body" sz="half" idx="21"/>
          </p:nvPr>
        </p:nvSpPr>
        <p:spPr>
          <a:xfrm>
            <a:off x="109728" y="1545146"/>
            <a:ext cx="1920240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117ABE94-BD4D-4F7A-9911-74B8E3E5D584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8903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 flipV="1">
            <a:off x="2281238" y="1457322"/>
            <a:ext cx="6862762" cy="796925"/>
          </a:xfrm>
          <a:prstGeom prst="rect">
            <a:avLst/>
          </a:prstGeom>
          <a:solidFill>
            <a:srgbClr val="B36005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 userDrawn="1"/>
        </p:nvSpPr>
        <p:spPr>
          <a:xfrm flipV="1">
            <a:off x="2281238" y="2254250"/>
            <a:ext cx="6862762" cy="3403600"/>
          </a:xfrm>
          <a:prstGeom prst="rect">
            <a:avLst/>
          </a:prstGeom>
          <a:solidFill>
            <a:srgbClr val="FAB16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-9525" y="1457325"/>
            <a:ext cx="2286000" cy="796925"/>
          </a:xfrm>
          <a:prstGeom prst="rect">
            <a:avLst/>
          </a:prstGeom>
          <a:solidFill>
            <a:srgbClr val="B36005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Rectangle 13"/>
          <p:cNvSpPr/>
          <p:nvPr userDrawn="1"/>
        </p:nvSpPr>
        <p:spPr>
          <a:xfrm>
            <a:off x="0" y="5591175"/>
            <a:ext cx="9139238" cy="71438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0" y="687388"/>
            <a:ext cx="9144000" cy="771525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grpSp>
        <p:nvGrpSpPr>
          <p:cNvPr id="2" name="Group 42"/>
          <p:cNvGrpSpPr>
            <a:grpSpLocks/>
          </p:cNvGrpSpPr>
          <p:nvPr userDrawn="1"/>
        </p:nvGrpSpPr>
        <p:grpSpPr bwMode="auto">
          <a:xfrm>
            <a:off x="1827213" y="1611313"/>
            <a:ext cx="371475" cy="266700"/>
            <a:chOff x="1104900" y="1885950"/>
            <a:chExt cx="371475" cy="266700"/>
          </a:xfrm>
        </p:grpSpPr>
        <p:sp>
          <p:nvSpPr>
            <p:cNvPr id="17" name="Isosceles Triangle 16"/>
            <p:cNvSpPr/>
            <p:nvPr userDrawn="1"/>
          </p:nvSpPr>
          <p:spPr>
            <a:xfrm rot="5400000">
              <a:off x="1047750" y="1943100"/>
              <a:ext cx="266700" cy="152400"/>
            </a:xfrm>
            <a:prstGeom prst="triangle">
              <a:avLst/>
            </a:prstGeom>
            <a:solidFill>
              <a:srgbClr val="9F560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8" name="Isosceles Triangle 17"/>
            <p:cNvSpPr/>
            <p:nvPr userDrawn="1"/>
          </p:nvSpPr>
          <p:spPr>
            <a:xfrm rot="5400000">
              <a:off x="1157287" y="1943100"/>
              <a:ext cx="266700" cy="152400"/>
            </a:xfrm>
            <a:prstGeom prst="triangle">
              <a:avLst/>
            </a:prstGeom>
            <a:solidFill>
              <a:srgbClr val="B3600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9" name="Isosceles Triangle 18"/>
            <p:cNvSpPr/>
            <p:nvPr userDrawn="1"/>
          </p:nvSpPr>
          <p:spPr>
            <a:xfrm rot="5400000">
              <a:off x="1266825" y="1943100"/>
              <a:ext cx="266700" cy="152400"/>
            </a:xfrm>
            <a:prstGeom prst="triangle">
              <a:avLst/>
            </a:prstGeom>
            <a:solidFill>
              <a:srgbClr val="B36005">
                <a:alpha val="7607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47" name="Picture Placeholder 2"/>
          <p:cNvSpPr>
            <a:spLocks noGrp="1"/>
          </p:cNvSpPr>
          <p:nvPr>
            <p:ph type="pic" idx="1"/>
          </p:nvPr>
        </p:nvSpPr>
        <p:spPr>
          <a:xfrm>
            <a:off x="-5790" y="2254250"/>
            <a:ext cx="2282825" cy="333851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32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112776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6" name="Text Placeholder 3"/>
          <p:cNvSpPr>
            <a:spLocks noGrp="1"/>
          </p:cNvSpPr>
          <p:nvPr>
            <p:ph type="body" sz="half" idx="11"/>
          </p:nvPr>
        </p:nvSpPr>
        <p:spPr>
          <a:xfrm>
            <a:off x="2295144" y="1545146"/>
            <a:ext cx="6620256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2295144" y="2413826"/>
            <a:ext cx="6620256" cy="2714228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45" name="Text Placeholder 3"/>
          <p:cNvSpPr>
            <a:spLocks noGrp="1"/>
          </p:cNvSpPr>
          <p:nvPr>
            <p:ph type="body" sz="half" idx="21"/>
          </p:nvPr>
        </p:nvSpPr>
        <p:spPr>
          <a:xfrm>
            <a:off x="109728" y="1545146"/>
            <a:ext cx="1920240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117ABE94-BD4D-4F7A-9911-74B8E3E5D584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77126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 userDrawn="1"/>
        </p:nvSpPr>
        <p:spPr>
          <a:xfrm flipV="1">
            <a:off x="6843103" y="1457323"/>
            <a:ext cx="2300897" cy="796925"/>
          </a:xfrm>
          <a:prstGeom prst="rect">
            <a:avLst/>
          </a:prstGeom>
          <a:solidFill>
            <a:srgbClr val="B36005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 userDrawn="1"/>
        </p:nvSpPr>
        <p:spPr>
          <a:xfrm flipV="1">
            <a:off x="4568827" y="1457320"/>
            <a:ext cx="2273876" cy="796925"/>
          </a:xfrm>
          <a:prstGeom prst="rect">
            <a:avLst/>
          </a:prstGeom>
          <a:solidFill>
            <a:srgbClr val="B36005">
              <a:alpha val="7607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 flipV="1">
            <a:off x="2281238" y="1457325"/>
            <a:ext cx="2287567" cy="796925"/>
          </a:xfrm>
          <a:prstGeom prst="rect">
            <a:avLst/>
          </a:prstGeom>
          <a:solidFill>
            <a:srgbClr val="B36005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 userDrawn="1"/>
        </p:nvSpPr>
        <p:spPr>
          <a:xfrm flipV="1">
            <a:off x="2281238" y="2254250"/>
            <a:ext cx="2290762" cy="3403600"/>
          </a:xfrm>
          <a:prstGeom prst="rect">
            <a:avLst/>
          </a:prstGeom>
          <a:solidFill>
            <a:srgbClr val="FAB16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 flipV="1">
            <a:off x="4568827" y="2254250"/>
            <a:ext cx="2273876" cy="3403600"/>
          </a:xfrm>
          <a:prstGeom prst="rect">
            <a:avLst/>
          </a:prstGeom>
          <a:solidFill>
            <a:srgbClr val="FAB160">
              <a:alpha val="4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-9525" y="1457325"/>
            <a:ext cx="2286000" cy="796925"/>
          </a:xfrm>
          <a:prstGeom prst="rect">
            <a:avLst/>
          </a:prstGeom>
          <a:solidFill>
            <a:srgbClr val="B36005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Rectangle 13"/>
          <p:cNvSpPr/>
          <p:nvPr userDrawn="1"/>
        </p:nvSpPr>
        <p:spPr>
          <a:xfrm>
            <a:off x="0" y="5591175"/>
            <a:ext cx="9139238" cy="71438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0" y="687388"/>
            <a:ext cx="9144000" cy="771525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grpSp>
        <p:nvGrpSpPr>
          <p:cNvPr id="2" name="Group 42"/>
          <p:cNvGrpSpPr>
            <a:grpSpLocks/>
          </p:cNvGrpSpPr>
          <p:nvPr userDrawn="1"/>
        </p:nvGrpSpPr>
        <p:grpSpPr bwMode="auto">
          <a:xfrm>
            <a:off x="1827213" y="1611313"/>
            <a:ext cx="371475" cy="266700"/>
            <a:chOff x="1104900" y="1885950"/>
            <a:chExt cx="371475" cy="266700"/>
          </a:xfrm>
        </p:grpSpPr>
        <p:sp>
          <p:nvSpPr>
            <p:cNvPr id="17" name="Isosceles Triangle 16"/>
            <p:cNvSpPr/>
            <p:nvPr userDrawn="1"/>
          </p:nvSpPr>
          <p:spPr>
            <a:xfrm rot="5400000">
              <a:off x="1047750" y="1943100"/>
              <a:ext cx="266700" cy="152400"/>
            </a:xfrm>
            <a:prstGeom prst="triangle">
              <a:avLst/>
            </a:prstGeom>
            <a:solidFill>
              <a:srgbClr val="9F560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8" name="Isosceles Triangle 17"/>
            <p:cNvSpPr/>
            <p:nvPr userDrawn="1"/>
          </p:nvSpPr>
          <p:spPr>
            <a:xfrm rot="5400000">
              <a:off x="1157287" y="1943100"/>
              <a:ext cx="266700" cy="152400"/>
            </a:xfrm>
            <a:prstGeom prst="triangle">
              <a:avLst/>
            </a:prstGeom>
            <a:solidFill>
              <a:srgbClr val="B3600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9" name="Isosceles Triangle 18"/>
            <p:cNvSpPr/>
            <p:nvPr userDrawn="1"/>
          </p:nvSpPr>
          <p:spPr>
            <a:xfrm rot="5400000">
              <a:off x="1266825" y="1943100"/>
              <a:ext cx="266700" cy="152400"/>
            </a:xfrm>
            <a:prstGeom prst="triangle">
              <a:avLst/>
            </a:prstGeom>
            <a:solidFill>
              <a:srgbClr val="B36005">
                <a:alpha val="7607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47" name="Picture Placeholder 2"/>
          <p:cNvSpPr>
            <a:spLocks noGrp="1"/>
          </p:cNvSpPr>
          <p:nvPr userDrawn="1">
            <p:ph type="pic" idx="1"/>
          </p:nvPr>
        </p:nvSpPr>
        <p:spPr>
          <a:xfrm>
            <a:off x="-5790" y="2254250"/>
            <a:ext cx="2282825" cy="333851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32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28" name="Title 1"/>
          <p:cNvSpPr>
            <a:spLocks noGrp="1"/>
          </p:cNvSpPr>
          <p:nvPr userDrawn="1">
            <p:ph type="title"/>
          </p:nvPr>
        </p:nvSpPr>
        <p:spPr>
          <a:xfrm>
            <a:off x="112776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6" name="Text Placeholder 3"/>
          <p:cNvSpPr>
            <a:spLocks noGrp="1"/>
          </p:cNvSpPr>
          <p:nvPr userDrawn="1">
            <p:ph type="body" sz="half" idx="11"/>
          </p:nvPr>
        </p:nvSpPr>
        <p:spPr>
          <a:xfrm>
            <a:off x="2295145" y="1545146"/>
            <a:ext cx="2276856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2" name="Text Placeholder 3"/>
          <p:cNvSpPr>
            <a:spLocks noGrp="1"/>
          </p:cNvSpPr>
          <p:nvPr userDrawn="1">
            <p:ph type="body" sz="half" idx="13"/>
          </p:nvPr>
        </p:nvSpPr>
        <p:spPr>
          <a:xfrm>
            <a:off x="4561205" y="1545146"/>
            <a:ext cx="2134870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 userDrawn="1">
            <p:ph type="body" sz="half" idx="18"/>
          </p:nvPr>
        </p:nvSpPr>
        <p:spPr>
          <a:xfrm>
            <a:off x="2295144" y="2413825"/>
            <a:ext cx="2276856" cy="2129599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24" name="Text Placeholder 3"/>
          <p:cNvSpPr>
            <a:spLocks noGrp="1"/>
          </p:cNvSpPr>
          <p:nvPr userDrawn="1">
            <p:ph type="body" sz="half" idx="19"/>
          </p:nvPr>
        </p:nvSpPr>
        <p:spPr>
          <a:xfrm>
            <a:off x="4551299" y="2413825"/>
            <a:ext cx="2316226" cy="2301049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45" name="Text Placeholder 3"/>
          <p:cNvSpPr>
            <a:spLocks noGrp="1"/>
          </p:cNvSpPr>
          <p:nvPr userDrawn="1">
            <p:ph type="body" sz="half" idx="21"/>
          </p:nvPr>
        </p:nvSpPr>
        <p:spPr>
          <a:xfrm>
            <a:off x="109728" y="1545146"/>
            <a:ext cx="1920240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Slide Number Placeholder 5"/>
          <p:cNvSpPr>
            <a:spLocks noGrp="1"/>
          </p:cNvSpPr>
          <p:nvPr userDrawn="1">
            <p:ph type="sldNum" sz="quarter" idx="22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117ABE94-BD4D-4F7A-9911-74B8E3E5D584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26" name="Text Placeholder 3"/>
          <p:cNvSpPr>
            <a:spLocks noGrp="1"/>
          </p:cNvSpPr>
          <p:nvPr userDrawn="1">
            <p:ph type="body" sz="half" idx="23"/>
          </p:nvPr>
        </p:nvSpPr>
        <p:spPr>
          <a:xfrm>
            <a:off x="6850379" y="1545146"/>
            <a:ext cx="2134870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27" name="Text Placeholder 3"/>
          <p:cNvSpPr>
            <a:spLocks noGrp="1"/>
          </p:cNvSpPr>
          <p:nvPr userDrawn="1">
            <p:ph type="body" sz="half" idx="24"/>
          </p:nvPr>
        </p:nvSpPr>
        <p:spPr>
          <a:xfrm>
            <a:off x="6840473" y="2413825"/>
            <a:ext cx="2316226" cy="2301049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30" name="Rectangle 29"/>
          <p:cNvSpPr/>
          <p:nvPr userDrawn="1"/>
        </p:nvSpPr>
        <p:spPr>
          <a:xfrm flipV="1">
            <a:off x="6847114" y="2254250"/>
            <a:ext cx="2296886" cy="3403600"/>
          </a:xfrm>
          <a:prstGeom prst="rect">
            <a:avLst/>
          </a:prstGeom>
          <a:solidFill>
            <a:srgbClr val="FAB16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03954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 flipV="1">
            <a:off x="2281238" y="1457325"/>
            <a:ext cx="3409950" cy="796925"/>
          </a:xfrm>
          <a:prstGeom prst="rect">
            <a:avLst/>
          </a:prstGeom>
          <a:solidFill>
            <a:srgbClr val="0075B0">
              <a:alpha val="6705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 userDrawn="1"/>
        </p:nvSpPr>
        <p:spPr>
          <a:xfrm flipV="1">
            <a:off x="5695950" y="1457325"/>
            <a:ext cx="3457575" cy="796925"/>
          </a:xfrm>
          <a:prstGeom prst="rect">
            <a:avLst/>
          </a:prstGeom>
          <a:solidFill>
            <a:srgbClr val="0075B0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 userDrawn="1"/>
        </p:nvSpPr>
        <p:spPr>
          <a:xfrm flipV="1">
            <a:off x="2281238" y="2254250"/>
            <a:ext cx="3414712" cy="3403600"/>
          </a:xfrm>
          <a:prstGeom prst="rect">
            <a:avLst/>
          </a:prstGeom>
          <a:solidFill>
            <a:srgbClr val="69CAFB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 flipV="1">
            <a:off x="5695950" y="2254250"/>
            <a:ext cx="3457575" cy="3403600"/>
          </a:xfrm>
          <a:prstGeom prst="rect">
            <a:avLst/>
          </a:prstGeom>
          <a:solidFill>
            <a:srgbClr val="69CAFB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-9525" y="1457325"/>
            <a:ext cx="2286000" cy="796925"/>
          </a:xfrm>
          <a:prstGeom prst="rect">
            <a:avLst/>
          </a:prstGeom>
          <a:solidFill>
            <a:srgbClr val="0075B0">
              <a:alpha val="8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Rectangle 13"/>
          <p:cNvSpPr/>
          <p:nvPr userDrawn="1"/>
        </p:nvSpPr>
        <p:spPr>
          <a:xfrm>
            <a:off x="0" y="5591175"/>
            <a:ext cx="9139238" cy="71438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0" y="687388"/>
            <a:ext cx="9144000" cy="771525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grpSp>
        <p:nvGrpSpPr>
          <p:cNvPr id="16" name="Group 26"/>
          <p:cNvGrpSpPr>
            <a:grpSpLocks/>
          </p:cNvGrpSpPr>
          <p:nvPr userDrawn="1"/>
        </p:nvGrpSpPr>
        <p:grpSpPr bwMode="auto">
          <a:xfrm>
            <a:off x="1825625" y="1604963"/>
            <a:ext cx="352425" cy="266700"/>
            <a:chOff x="1190625" y="1876425"/>
            <a:chExt cx="352425" cy="266700"/>
          </a:xfrm>
        </p:grpSpPr>
        <p:sp>
          <p:nvSpPr>
            <p:cNvPr id="17" name="Isosceles Triangle 16"/>
            <p:cNvSpPr/>
            <p:nvPr/>
          </p:nvSpPr>
          <p:spPr>
            <a:xfrm rot="5400000">
              <a:off x="1133475" y="1933575"/>
              <a:ext cx="266700" cy="152400"/>
            </a:xfrm>
            <a:prstGeom prst="triangle">
              <a:avLst/>
            </a:prstGeom>
            <a:solidFill>
              <a:srgbClr val="006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8" name="Isosceles Triangle 17"/>
            <p:cNvSpPr/>
            <p:nvPr/>
          </p:nvSpPr>
          <p:spPr>
            <a:xfrm rot="5400000">
              <a:off x="1233488" y="1933575"/>
              <a:ext cx="266700" cy="152400"/>
            </a:xfrm>
            <a:prstGeom prst="triangle">
              <a:avLst/>
            </a:prstGeom>
            <a:solidFill>
              <a:srgbClr val="0075B0">
                <a:alpha val="7607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9" name="Isosceles Triangle 18"/>
            <p:cNvSpPr/>
            <p:nvPr/>
          </p:nvSpPr>
          <p:spPr>
            <a:xfrm rot="5400000">
              <a:off x="1333500" y="1933575"/>
              <a:ext cx="266700" cy="152400"/>
            </a:xfrm>
            <a:prstGeom prst="triangle">
              <a:avLst/>
            </a:prstGeom>
            <a:solidFill>
              <a:srgbClr val="0075B0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47" name="Picture Placeholder 2"/>
          <p:cNvSpPr>
            <a:spLocks noGrp="1"/>
          </p:cNvSpPr>
          <p:nvPr>
            <p:ph type="pic" idx="1"/>
          </p:nvPr>
        </p:nvSpPr>
        <p:spPr>
          <a:xfrm>
            <a:off x="-5790" y="2254250"/>
            <a:ext cx="2282825" cy="333851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32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112776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6" name="Text Placeholder 3"/>
          <p:cNvSpPr>
            <a:spLocks noGrp="1"/>
          </p:cNvSpPr>
          <p:nvPr>
            <p:ph type="body" sz="half" idx="11"/>
          </p:nvPr>
        </p:nvSpPr>
        <p:spPr>
          <a:xfrm>
            <a:off x="2295144" y="1545146"/>
            <a:ext cx="3182111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2" name="Text Placeholder 3"/>
          <p:cNvSpPr>
            <a:spLocks noGrp="1"/>
          </p:cNvSpPr>
          <p:nvPr>
            <p:ph type="body" sz="half" idx="13"/>
          </p:nvPr>
        </p:nvSpPr>
        <p:spPr>
          <a:xfrm>
            <a:off x="5669280" y="1545146"/>
            <a:ext cx="3236976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2295144" y="2413826"/>
            <a:ext cx="3191256" cy="713422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5678424" y="2413826"/>
            <a:ext cx="3227832" cy="713422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5" name="Text Placeholder 3"/>
          <p:cNvSpPr>
            <a:spLocks noGrp="1"/>
          </p:cNvSpPr>
          <p:nvPr>
            <p:ph type="body" sz="half" idx="21"/>
          </p:nvPr>
        </p:nvSpPr>
        <p:spPr>
          <a:xfrm>
            <a:off x="109728" y="1545146"/>
            <a:ext cx="1920240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13A04E20-3594-43C5-80A7-0C1B0EF24138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60711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5600700"/>
            <a:ext cx="9139238" cy="71438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0" y="687388"/>
            <a:ext cx="9144000" cy="771525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-6350" y="1457325"/>
            <a:ext cx="9144000" cy="79692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/>
          <p:nvPr userDrawn="1"/>
        </p:nvSpPr>
        <p:spPr>
          <a:xfrm flipV="1">
            <a:off x="2270125" y="2254250"/>
            <a:ext cx="6873875" cy="3403600"/>
          </a:xfrm>
          <a:prstGeom prst="rect">
            <a:avLst/>
          </a:prstGeom>
          <a:solidFill>
            <a:srgbClr val="CCFF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47" name="Picture Placeholder 2"/>
          <p:cNvSpPr>
            <a:spLocks noGrp="1"/>
          </p:cNvSpPr>
          <p:nvPr>
            <p:ph type="pic" idx="1"/>
          </p:nvPr>
        </p:nvSpPr>
        <p:spPr>
          <a:xfrm>
            <a:off x="0" y="2259106"/>
            <a:ext cx="2282825" cy="334102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32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112776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2295144" y="2413826"/>
            <a:ext cx="3191256" cy="713422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45" name="Text Placeholder 3"/>
          <p:cNvSpPr>
            <a:spLocks noGrp="1"/>
          </p:cNvSpPr>
          <p:nvPr>
            <p:ph type="body" sz="half" idx="21"/>
          </p:nvPr>
        </p:nvSpPr>
        <p:spPr>
          <a:xfrm>
            <a:off x="109728" y="1545146"/>
            <a:ext cx="1920240" cy="642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246E9C9C-412F-4BFD-9C14-EA60036D878B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grpSp>
        <p:nvGrpSpPr>
          <p:cNvPr id="15" name="Group 26"/>
          <p:cNvGrpSpPr>
            <a:grpSpLocks/>
          </p:cNvGrpSpPr>
          <p:nvPr userDrawn="1"/>
        </p:nvGrpSpPr>
        <p:grpSpPr bwMode="auto">
          <a:xfrm>
            <a:off x="228600" y="1857376"/>
            <a:ext cx="352425" cy="266700"/>
            <a:chOff x="1190625" y="1876425"/>
            <a:chExt cx="352425" cy="266700"/>
          </a:xfrm>
        </p:grpSpPr>
        <p:sp>
          <p:nvSpPr>
            <p:cNvPr id="16" name="Isosceles Triangle 15"/>
            <p:cNvSpPr/>
            <p:nvPr/>
          </p:nvSpPr>
          <p:spPr>
            <a:xfrm rot="5400000">
              <a:off x="1133475" y="1933575"/>
              <a:ext cx="266700" cy="152400"/>
            </a:xfrm>
            <a:prstGeom prst="triangle">
              <a:avLst/>
            </a:prstGeom>
            <a:solidFill>
              <a:srgbClr val="006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7" name="Isosceles Triangle 16"/>
            <p:cNvSpPr/>
            <p:nvPr/>
          </p:nvSpPr>
          <p:spPr>
            <a:xfrm rot="5400000">
              <a:off x="1233488" y="1933575"/>
              <a:ext cx="266700" cy="152400"/>
            </a:xfrm>
            <a:prstGeom prst="triangle">
              <a:avLst/>
            </a:prstGeom>
            <a:solidFill>
              <a:srgbClr val="0075B0">
                <a:alpha val="7607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8" name="Isosceles Triangle 17"/>
            <p:cNvSpPr/>
            <p:nvPr/>
          </p:nvSpPr>
          <p:spPr>
            <a:xfrm rot="5400000">
              <a:off x="1333500" y="1933575"/>
              <a:ext cx="266700" cy="152400"/>
            </a:xfrm>
            <a:prstGeom prst="triangle">
              <a:avLst/>
            </a:prstGeom>
            <a:solidFill>
              <a:srgbClr val="0075B0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996310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 flipV="1">
            <a:off x="2286000" y="2259013"/>
            <a:ext cx="6858000" cy="3341687"/>
          </a:xfrm>
          <a:prstGeom prst="rect">
            <a:avLst/>
          </a:prstGeom>
          <a:solidFill>
            <a:srgbClr val="65C9FB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0" y="687388"/>
            <a:ext cx="9144000" cy="771525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5591175"/>
            <a:ext cx="9139238" cy="71438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-6350" y="1457325"/>
            <a:ext cx="9144000" cy="79692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Picture Placeholder 2"/>
          <p:cNvSpPr>
            <a:spLocks noGrp="1"/>
          </p:cNvSpPr>
          <p:nvPr>
            <p:ph type="pic" idx="1"/>
          </p:nvPr>
        </p:nvSpPr>
        <p:spPr>
          <a:xfrm>
            <a:off x="0" y="2259106"/>
            <a:ext cx="2282825" cy="33375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32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112776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2295144" y="2413826"/>
            <a:ext cx="3191256" cy="713422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5" name="Text Placeholder 3"/>
          <p:cNvSpPr>
            <a:spLocks noGrp="1"/>
          </p:cNvSpPr>
          <p:nvPr>
            <p:ph type="body" sz="half" idx="21"/>
          </p:nvPr>
        </p:nvSpPr>
        <p:spPr>
          <a:xfrm>
            <a:off x="109728" y="1545146"/>
            <a:ext cx="1920240" cy="642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CED33EE6-7C57-4458-AD0E-18CB9D07BEA4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33262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4652963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1520825" y="4652963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7" name="Title 1"/>
          <p:cNvSpPr>
            <a:spLocks noGrp="1"/>
          </p:cNvSpPr>
          <p:nvPr>
            <p:ph type="title"/>
          </p:nvPr>
        </p:nvSpPr>
        <p:spPr>
          <a:xfrm>
            <a:off x="1658112" y="5088256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32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FFD8EFA2-D5C0-49BB-92A1-10F9860307CA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64" y="120087"/>
            <a:ext cx="1546985" cy="43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6946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/>
          <p:cNvPicPr>
            <a:picLocks noChangeAspect="1" noChangeArrowheads="1"/>
          </p:cNvPicPr>
          <p:nvPr userDrawn="1"/>
        </p:nvPicPr>
        <p:blipFill>
          <a:blip r:embed="rId2">
            <a:lum bright="2000" contrast="-10000"/>
          </a:blip>
          <a:stretch>
            <a:fillRect/>
          </a:stretch>
        </p:blipFill>
        <p:spPr bwMode="auto">
          <a:xfrm>
            <a:off x="0" y="695325"/>
            <a:ext cx="9142413" cy="6162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 userDrawn="1"/>
        </p:nvSpPr>
        <p:spPr>
          <a:xfrm>
            <a:off x="0" y="4652963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1520825" y="4652963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Footer Placeholder 3"/>
          <p:cNvSpPr txBox="1">
            <a:spLocks noGrp="1"/>
          </p:cNvSpPr>
          <p:nvPr userDrawn="1"/>
        </p:nvSpPr>
        <p:spPr bwMode="auto">
          <a:xfrm>
            <a:off x="3733800" y="6497638"/>
            <a:ext cx="526732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50" dirty="0">
                <a:solidFill>
                  <a:prstClr val="black"/>
                </a:solidFill>
                <a:latin typeface="Kozuka Gothic Pro M" pitchFamily="34" charset="-128"/>
              </a:rPr>
              <a:t> </a:t>
            </a:r>
            <a:r>
              <a:rPr lang="en-US" sz="650" dirty="0">
                <a:solidFill>
                  <a:prstClr val="black">
                    <a:lumMod val="85000"/>
                    <a:lumOff val="15000"/>
                  </a:prstClr>
                </a:solidFill>
                <a:latin typeface="Microsoft Sans Serif" pitchFamily="34" charset="0"/>
                <a:cs typeface="Microsoft Sans Serif" pitchFamily="34" charset="0"/>
              </a:rPr>
              <a:t>Copyright © </a:t>
            </a:r>
            <a:r>
              <a:rPr lang="en-US" sz="65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Microsoft Sans Serif" pitchFamily="34" charset="0"/>
                <a:cs typeface="Microsoft Sans Serif" pitchFamily="34" charset="0"/>
              </a:rPr>
              <a:t>2014  </a:t>
            </a:r>
            <a:r>
              <a:rPr lang="en-US" sz="650" dirty="0">
                <a:solidFill>
                  <a:prstClr val="black">
                    <a:lumMod val="85000"/>
                    <a:lumOff val="15000"/>
                  </a:prstClr>
                </a:solidFill>
                <a:latin typeface="Microsoft Sans Serif" pitchFamily="34" charset="0"/>
                <a:cs typeface="Microsoft Sans Serif" pitchFamily="34" charset="0"/>
              </a:rPr>
              <a:t>Cybage Software Pvt. Ltd. All Rights Reserved. Cybage Confidential.</a:t>
            </a:r>
          </a:p>
        </p:txBody>
      </p:sp>
      <p:sp>
        <p:nvSpPr>
          <p:cNvPr id="27" name="Title 1"/>
          <p:cNvSpPr>
            <a:spLocks noGrp="1"/>
          </p:cNvSpPr>
          <p:nvPr>
            <p:ph type="title"/>
          </p:nvPr>
        </p:nvSpPr>
        <p:spPr>
          <a:xfrm>
            <a:off x="1658112" y="5088256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32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64" y="120087"/>
            <a:ext cx="1546985" cy="43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2327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 userDrawn="1"/>
        </p:nvSpPr>
        <p:spPr bwMode="auto">
          <a:xfrm>
            <a:off x="133350" y="219075"/>
            <a:ext cx="1371600" cy="17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rgbClr val="0075B0"/>
                </a:solidFill>
                <a:latin typeface="Arial" pitchFamily="34" charset="0"/>
                <a:ea typeface="Kozuka Gothic Pro R" pitchFamily="34" charset="-128"/>
                <a:cs typeface="Arial" pitchFamily="34" charset="0"/>
              </a:rPr>
              <a:t>www.cybage.com</a:t>
            </a: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E5B91157-3A67-4D69-92D0-E45F7027771D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23354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71B71C40-8AE5-44C1-A7F2-C4A4C2202973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76133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2DF6B4-BDEC-47BC-85EB-20476B42CA93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34533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1D145F-67FE-45B7-9075-9F00B065E482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45886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3143"/>
            <a:ext cx="9144000" cy="6206774"/>
          </a:xfrm>
          <a:prstGeom prst="rect">
            <a:avLst/>
          </a:prstGeom>
        </p:spPr>
      </p:pic>
      <p:sp>
        <p:nvSpPr>
          <p:cNvPr id="4" name="Rectangle 3"/>
          <p:cNvSpPr/>
          <p:nvPr userDrawn="1"/>
        </p:nvSpPr>
        <p:spPr>
          <a:xfrm>
            <a:off x="0" y="2673350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1520825" y="2673350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1658112" y="3097887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320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E18FE941-9911-4D6C-9A25-EB86B7640D84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54853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692150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1520825" y="692150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658112" y="1116433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32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812A78CE-7E2F-4B5C-940F-71F65420D21C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34708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 descr="iStock_000005255967_WBack_03.jpg"/>
          <p:cNvPicPr>
            <a:picLocks noChangeAspect="1"/>
          </p:cNvPicPr>
          <p:nvPr userDrawn="1"/>
        </p:nvPicPr>
        <p:blipFill>
          <a:blip r:embed="rId2"/>
          <a:srcRect r="4"/>
          <a:stretch>
            <a:fillRect/>
          </a:stretch>
        </p:blipFill>
        <p:spPr bwMode="auto">
          <a:xfrm>
            <a:off x="0" y="690563"/>
            <a:ext cx="9144000" cy="6167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 userDrawn="1"/>
        </p:nvSpPr>
        <p:spPr>
          <a:xfrm>
            <a:off x="0" y="692150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1520825" y="692150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Footer Placeholder 3"/>
          <p:cNvSpPr txBox="1">
            <a:spLocks noGrp="1"/>
          </p:cNvSpPr>
          <p:nvPr userDrawn="1"/>
        </p:nvSpPr>
        <p:spPr bwMode="auto">
          <a:xfrm>
            <a:off x="3733800" y="6497638"/>
            <a:ext cx="526732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50" dirty="0">
                <a:solidFill>
                  <a:prstClr val="black"/>
                </a:solidFill>
                <a:latin typeface="Kozuka Gothic Pro M" pitchFamily="34" charset="-128"/>
              </a:rPr>
              <a:t> </a:t>
            </a:r>
            <a:r>
              <a:rPr lang="en-US" sz="650" dirty="0">
                <a:solidFill>
                  <a:prstClr val="black">
                    <a:lumMod val="85000"/>
                    <a:lumOff val="15000"/>
                  </a:prstClr>
                </a:solidFill>
                <a:latin typeface="Microsoft Sans Serif" pitchFamily="34" charset="0"/>
                <a:cs typeface="Microsoft Sans Serif" pitchFamily="34" charset="0"/>
              </a:rPr>
              <a:t>Copyright © </a:t>
            </a:r>
            <a:r>
              <a:rPr lang="en-US" sz="65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Microsoft Sans Serif" pitchFamily="34" charset="0"/>
                <a:cs typeface="Microsoft Sans Serif" pitchFamily="34" charset="0"/>
              </a:rPr>
              <a:t>2014. </a:t>
            </a:r>
            <a:r>
              <a:rPr lang="en-US" sz="650" dirty="0">
                <a:solidFill>
                  <a:prstClr val="black">
                    <a:lumMod val="85000"/>
                    <a:lumOff val="15000"/>
                  </a:prstClr>
                </a:solidFill>
                <a:latin typeface="Microsoft Sans Serif" pitchFamily="34" charset="0"/>
                <a:cs typeface="Microsoft Sans Serif" pitchFamily="34" charset="0"/>
              </a:rPr>
              <a:t>Cybage Software Pvt. Ltd. All Rights Reserved. Cybage Confidential.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658112" y="1116433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tabLst>
                <a:tab pos="3941763" algn="l"/>
              </a:tabLst>
              <a:defRPr sz="32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EED4FD61-3630-43C0-9064-4212E978589F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29744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2673350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1520825" y="2673350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1658112" y="3097887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320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E18FE941-9911-4D6C-9A25-EB86B7640D84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538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90562"/>
            <a:ext cx="9151346" cy="6167438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3999953-0A0C-44B9-BA34-A2EF248FEBFE}" type="slidenum">
              <a:rPr lang="en-US" smtClean="0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3587750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1520825" y="3587750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658112" y="4012287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320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92064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/>
          <p:cNvPicPr>
            <a:picLocks noChangeAspect="1" noChangeArrowheads="1"/>
          </p:cNvPicPr>
          <p:nvPr userDrawn="1"/>
        </p:nvPicPr>
        <p:blipFill>
          <a:blip r:embed="rId2">
            <a:lum bright="-4000"/>
          </a:blip>
          <a:srcRect l="16829" t="5225" b="14674"/>
          <a:stretch>
            <a:fillRect/>
          </a:stretch>
        </p:blipFill>
        <p:spPr bwMode="auto">
          <a:xfrm>
            <a:off x="0" y="687388"/>
            <a:ext cx="9144000" cy="6170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Footer Placeholder 3"/>
          <p:cNvSpPr txBox="1">
            <a:spLocks noGrp="1"/>
          </p:cNvSpPr>
          <p:nvPr userDrawn="1"/>
        </p:nvSpPr>
        <p:spPr bwMode="auto">
          <a:xfrm>
            <a:off x="3733800" y="6497638"/>
            <a:ext cx="526732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50" dirty="0">
                <a:solidFill>
                  <a:prstClr val="black"/>
                </a:solidFill>
                <a:latin typeface="Kozuka Gothic Pro M" pitchFamily="34" charset="-128"/>
              </a:rPr>
              <a:t> </a:t>
            </a:r>
            <a:r>
              <a:rPr lang="en-US" sz="650" dirty="0">
                <a:solidFill>
                  <a:prstClr val="black">
                    <a:lumMod val="85000"/>
                    <a:lumOff val="15000"/>
                  </a:prstClr>
                </a:solidFill>
                <a:latin typeface="Microsoft Sans Serif" pitchFamily="34" charset="0"/>
                <a:cs typeface="Microsoft Sans Serif" pitchFamily="34" charset="0"/>
              </a:rPr>
              <a:t>Copyright © </a:t>
            </a:r>
            <a:r>
              <a:rPr lang="en-US" sz="65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Microsoft Sans Serif" pitchFamily="34" charset="0"/>
                <a:cs typeface="Microsoft Sans Serif" pitchFamily="34" charset="0"/>
              </a:rPr>
              <a:t>2014  </a:t>
            </a:r>
            <a:r>
              <a:rPr lang="en-US" sz="650" dirty="0" err="1" smtClean="0">
                <a:solidFill>
                  <a:prstClr val="black">
                    <a:lumMod val="85000"/>
                    <a:lumOff val="15000"/>
                  </a:prstClr>
                </a:solidFill>
                <a:latin typeface="Microsoft Sans Serif" pitchFamily="34" charset="0"/>
                <a:cs typeface="Microsoft Sans Serif" pitchFamily="34" charset="0"/>
              </a:rPr>
              <a:t>Cybage</a:t>
            </a:r>
            <a:r>
              <a:rPr lang="en-US" sz="65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Microsoft Sans Serif" pitchFamily="34" charset="0"/>
                <a:cs typeface="Microsoft Sans Serif" pitchFamily="34" charset="0"/>
              </a:rPr>
              <a:t> </a:t>
            </a:r>
            <a:r>
              <a:rPr lang="en-US" sz="650" dirty="0">
                <a:solidFill>
                  <a:prstClr val="black">
                    <a:lumMod val="85000"/>
                    <a:lumOff val="15000"/>
                  </a:prstClr>
                </a:solidFill>
                <a:latin typeface="Microsoft Sans Serif" pitchFamily="34" charset="0"/>
                <a:cs typeface="Microsoft Sans Serif" pitchFamily="34" charset="0"/>
              </a:rPr>
              <a:t>Software Pvt. Ltd. All Rights Reserved. Cybage Confidential.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2673350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1520825" y="2673350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1658112" y="3097887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tabLst>
                <a:tab pos="2001838" algn="l"/>
              </a:tabLst>
              <a:defRPr sz="320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2F60CB7C-8890-4810-AA16-10DB74DA1A12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04311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4652963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1520825" y="4652963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7" name="Title 1"/>
          <p:cNvSpPr>
            <a:spLocks noGrp="1"/>
          </p:cNvSpPr>
          <p:nvPr>
            <p:ph type="title"/>
          </p:nvPr>
        </p:nvSpPr>
        <p:spPr>
          <a:xfrm>
            <a:off x="1658112" y="5088256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32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47A4149F-C60E-483D-A0A5-637C8226A5A7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5162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" descr="iStock_000002285402XSmall_02.jpg"/>
          <p:cNvPicPr>
            <a:picLocks noChangeAspect="1"/>
          </p:cNvPicPr>
          <p:nvPr userDrawn="1"/>
        </p:nvPicPr>
        <p:blipFill>
          <a:blip r:embed="rId2">
            <a:lum bright="-6000"/>
          </a:blip>
          <a:srcRect l="2110" t="3665" r="1407"/>
          <a:stretch>
            <a:fillRect/>
          </a:stretch>
        </p:blipFill>
        <p:spPr bwMode="auto">
          <a:xfrm>
            <a:off x="0" y="687388"/>
            <a:ext cx="9142413" cy="6161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 userDrawn="1"/>
        </p:nvSpPr>
        <p:spPr>
          <a:xfrm>
            <a:off x="0" y="4652963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1520825" y="4652963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Footer Placeholder 3"/>
          <p:cNvSpPr txBox="1">
            <a:spLocks noGrp="1"/>
          </p:cNvSpPr>
          <p:nvPr userDrawn="1"/>
        </p:nvSpPr>
        <p:spPr bwMode="auto">
          <a:xfrm>
            <a:off x="3733800" y="6497638"/>
            <a:ext cx="526732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50" dirty="0">
                <a:solidFill>
                  <a:prstClr val="black"/>
                </a:solidFill>
                <a:latin typeface="Kozuka Gothic Pro M" pitchFamily="34" charset="-128"/>
              </a:rPr>
              <a:t> </a:t>
            </a:r>
            <a:r>
              <a:rPr lang="en-US" sz="650" dirty="0">
                <a:solidFill>
                  <a:prstClr val="black">
                    <a:lumMod val="85000"/>
                    <a:lumOff val="15000"/>
                  </a:prstClr>
                </a:solidFill>
                <a:latin typeface="Microsoft Sans Serif" pitchFamily="34" charset="0"/>
                <a:cs typeface="Microsoft Sans Serif" pitchFamily="34" charset="0"/>
              </a:rPr>
              <a:t>Copyright © </a:t>
            </a:r>
            <a:r>
              <a:rPr lang="en-US" sz="65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Microsoft Sans Serif" pitchFamily="34" charset="0"/>
                <a:cs typeface="Microsoft Sans Serif" pitchFamily="34" charset="0"/>
              </a:rPr>
              <a:t>2014  </a:t>
            </a:r>
            <a:r>
              <a:rPr lang="en-US" sz="650" dirty="0">
                <a:solidFill>
                  <a:prstClr val="black">
                    <a:lumMod val="85000"/>
                    <a:lumOff val="15000"/>
                  </a:prstClr>
                </a:solidFill>
                <a:latin typeface="Microsoft Sans Serif" pitchFamily="34" charset="0"/>
                <a:cs typeface="Microsoft Sans Serif" pitchFamily="34" charset="0"/>
              </a:rPr>
              <a:t>Cybage Software Pvt. Ltd. All Rights Reserved. Cybage Confidential.</a:t>
            </a:r>
          </a:p>
        </p:txBody>
      </p:sp>
      <p:sp>
        <p:nvSpPr>
          <p:cNvPr id="27" name="Title 1"/>
          <p:cNvSpPr>
            <a:spLocks noGrp="1"/>
          </p:cNvSpPr>
          <p:nvPr>
            <p:ph type="title"/>
          </p:nvPr>
        </p:nvSpPr>
        <p:spPr>
          <a:xfrm>
            <a:off x="1658112" y="5088256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32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95F7460C-71AC-4577-9B17-092B73AB48AD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40391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692150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1520825" y="692150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658112" y="1116433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32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666" y="2523554"/>
            <a:ext cx="7269734" cy="3612070"/>
          </a:xfrm>
          <a:prstGeom prst="rect">
            <a:avLst/>
          </a:prstGeom>
        </p:spPr>
        <p:txBody>
          <a:bodyPr/>
          <a:lstStyle>
            <a:lvl1pPr marL="228600" indent="-228600">
              <a:buFont typeface="Arial" pitchFamily="34" charset="0"/>
              <a:buNone/>
              <a:defRPr sz="17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58A506E5-E417-4F9D-AC13-A135209871FF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21836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0" descr="Pune-CT1-GNR-HRB-USA New1.jp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0" y="1454227"/>
            <a:ext cx="8985153" cy="5406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 userDrawn="1"/>
        </p:nvSpPr>
        <p:spPr>
          <a:xfrm>
            <a:off x="0" y="692150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1520825" y="692150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Footer Placeholder 3"/>
          <p:cNvSpPr txBox="1">
            <a:spLocks noGrp="1"/>
          </p:cNvSpPr>
          <p:nvPr userDrawn="1"/>
        </p:nvSpPr>
        <p:spPr bwMode="auto">
          <a:xfrm>
            <a:off x="3733800" y="6456363"/>
            <a:ext cx="526732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50" dirty="0">
                <a:solidFill>
                  <a:prstClr val="black"/>
                </a:solidFill>
                <a:latin typeface="Kozuka Gothic Pro M" pitchFamily="34" charset="-128"/>
              </a:rPr>
              <a:t> </a:t>
            </a:r>
            <a:r>
              <a:rPr lang="en-US" sz="650" dirty="0">
                <a:solidFill>
                  <a:prstClr val="black">
                    <a:lumMod val="85000"/>
                    <a:lumOff val="15000"/>
                  </a:prstClr>
                </a:solidFill>
                <a:latin typeface="Microsoft Sans Serif" pitchFamily="34" charset="0"/>
                <a:cs typeface="Microsoft Sans Serif" pitchFamily="34" charset="0"/>
              </a:rPr>
              <a:t>Copyright © </a:t>
            </a:r>
            <a:r>
              <a:rPr lang="en-US" sz="65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Microsoft Sans Serif" pitchFamily="34" charset="0"/>
                <a:cs typeface="Microsoft Sans Serif" pitchFamily="34" charset="0"/>
              </a:rPr>
              <a:t>2014  Cybage </a:t>
            </a:r>
            <a:r>
              <a:rPr lang="en-US" sz="650" dirty="0">
                <a:solidFill>
                  <a:prstClr val="black">
                    <a:lumMod val="85000"/>
                    <a:lumOff val="15000"/>
                  </a:prstClr>
                </a:solidFill>
                <a:latin typeface="Microsoft Sans Serif" pitchFamily="34" charset="0"/>
                <a:cs typeface="Microsoft Sans Serif" pitchFamily="34" charset="0"/>
              </a:rPr>
              <a:t>Software Pvt. Ltd. All Rights Reserved. Cybage Confidential.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658112" y="1116433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32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AE4DAB37-26B3-4983-9CAA-47C341AFC488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55174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/>
          </p:nvPr>
        </p:nvSpPr>
        <p:spPr>
          <a:xfrm>
            <a:off x="0" y="694944"/>
            <a:ext cx="9144000" cy="6163056"/>
          </a:xfrm>
          <a:prstGeom prst="rect">
            <a:avLst/>
          </a:prstGeom>
          <a:blipFill dpi="0" rotWithShape="1">
            <a:blip r:embed="rId2">
              <a:alphaModFix amt="4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>
                <a:noFill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5" name="Rectangle 4"/>
          <p:cNvSpPr/>
          <p:nvPr userDrawn="1"/>
        </p:nvSpPr>
        <p:spPr>
          <a:xfrm>
            <a:off x="0" y="692150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1520825" y="692150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658112" y="1116433"/>
            <a:ext cx="7485888" cy="566610"/>
          </a:xfrm>
          <a:prstGeom prst="rect">
            <a:avLst/>
          </a:prstGeom>
        </p:spPr>
        <p:txBody>
          <a:bodyPr/>
          <a:lstStyle>
            <a:lvl1pPr algn="l">
              <a:tabLst>
                <a:tab pos="4516438" algn="l"/>
              </a:tabLst>
              <a:defRPr sz="32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666" y="2523554"/>
            <a:ext cx="7269734" cy="3612070"/>
          </a:xfrm>
          <a:prstGeom prst="rect">
            <a:avLst/>
          </a:prstGeom>
        </p:spPr>
        <p:txBody>
          <a:bodyPr/>
          <a:lstStyle>
            <a:lvl1pPr marL="228600" indent="-228600">
              <a:buFont typeface="Arial" pitchFamily="34" charset="0"/>
              <a:buNone/>
              <a:defRPr sz="17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73BA7CC9-8F62-44AD-80A5-929721889876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32985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 userDrawn="1"/>
        </p:nvSpPr>
        <p:spPr bwMode="auto">
          <a:xfrm>
            <a:off x="1633538" y="1892300"/>
            <a:ext cx="6291262" cy="698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1600" dirty="0">
              <a:solidFill>
                <a:prstClr val="black">
                  <a:lumMod val="85000"/>
                  <a:lumOff val="15000"/>
                </a:prstClr>
              </a:solidFill>
              <a:latin typeface="Microsoft Sans Serif" pitchFamily="34" charset="0"/>
              <a:ea typeface="Kozuka Gothic Pro L" pitchFamily="34" charset="-128"/>
              <a:cs typeface="Microsoft Sans Serif" pitchFamily="34" charset="0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0" y="4652963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1520825" y="4652963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7" name="Title 1"/>
          <p:cNvSpPr>
            <a:spLocks noGrp="1"/>
          </p:cNvSpPr>
          <p:nvPr>
            <p:ph type="title"/>
          </p:nvPr>
        </p:nvSpPr>
        <p:spPr>
          <a:xfrm>
            <a:off x="1658112" y="5088256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32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666" y="1721803"/>
            <a:ext cx="7269734" cy="2548445"/>
          </a:xfrm>
          <a:prstGeom prst="rect">
            <a:avLst/>
          </a:prstGeom>
        </p:spPr>
        <p:txBody>
          <a:bodyPr/>
          <a:lstStyle>
            <a:lvl1pPr marL="228600" indent="-228600">
              <a:buFont typeface="Arial" pitchFamily="34" charset="0"/>
              <a:buNone/>
              <a:defRPr sz="17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BDD88513-9AFA-4BE4-A22E-EE8AFC87EBED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63068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/>
          </p:nvPr>
        </p:nvSpPr>
        <p:spPr>
          <a:xfrm>
            <a:off x="0" y="694944"/>
            <a:ext cx="9144000" cy="6163056"/>
          </a:xfrm>
          <a:prstGeom prst="rect">
            <a:avLst/>
          </a:prstGeom>
          <a:blipFill dpi="0" rotWithShape="1">
            <a:blip r:embed="rId2">
              <a:alphaModFix amt="4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>
                <a:noFill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5" name="Rectangle 2"/>
          <p:cNvSpPr>
            <a:spLocks noChangeArrowheads="1"/>
          </p:cNvSpPr>
          <p:nvPr userDrawn="1"/>
        </p:nvSpPr>
        <p:spPr bwMode="auto">
          <a:xfrm>
            <a:off x="1633538" y="1892300"/>
            <a:ext cx="6291262" cy="698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1600" dirty="0">
              <a:solidFill>
                <a:prstClr val="black">
                  <a:lumMod val="85000"/>
                  <a:lumOff val="15000"/>
                </a:prstClr>
              </a:solidFill>
              <a:latin typeface="Microsoft Sans Serif" pitchFamily="34" charset="0"/>
              <a:ea typeface="Kozuka Gothic Pro L" pitchFamily="34" charset="-128"/>
              <a:cs typeface="Microsoft Sans Serif" pitchFamily="34" charset="0"/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0" y="4652963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1520825" y="4652963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7" name="Title 1"/>
          <p:cNvSpPr>
            <a:spLocks noGrp="1"/>
          </p:cNvSpPr>
          <p:nvPr>
            <p:ph type="title"/>
          </p:nvPr>
        </p:nvSpPr>
        <p:spPr>
          <a:xfrm>
            <a:off x="1658112" y="5088256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32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666" y="1721803"/>
            <a:ext cx="7269734" cy="2594165"/>
          </a:xfrm>
          <a:prstGeom prst="rect">
            <a:avLst/>
          </a:prstGeom>
        </p:spPr>
        <p:txBody>
          <a:bodyPr/>
          <a:lstStyle>
            <a:lvl1pPr marL="228600" indent="-228600">
              <a:buFont typeface="Arial" pitchFamily="34" charset="0"/>
              <a:buNone/>
              <a:defRPr sz="17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DDEE3E6-CD34-4BA7-BE21-B347395A8995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16855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685800"/>
            <a:ext cx="1527175" cy="77152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1520825" y="685800"/>
            <a:ext cx="7623175" cy="77152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1658112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666" y="1721803"/>
            <a:ext cx="7269734" cy="3612070"/>
          </a:xfrm>
          <a:prstGeom prst="rect">
            <a:avLst/>
          </a:prstGeom>
        </p:spPr>
        <p:txBody>
          <a:bodyPr/>
          <a:lstStyle>
            <a:lvl1pPr marL="228600" indent="-228600">
              <a:buFont typeface="Arial" pitchFamily="34" charset="0"/>
              <a:buNone/>
              <a:defRPr sz="17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2770105C-75BA-4D3C-9737-FF2454E923E6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05359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685800"/>
            <a:ext cx="9144000" cy="77152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143637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E520927C-DEB5-4B60-BF1E-1C39DBA168BA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252358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407988" y="1154113"/>
            <a:ext cx="8328025" cy="5137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 userDrawn="1"/>
        </p:nvSpPr>
        <p:spPr>
          <a:xfrm>
            <a:off x="0" y="685800"/>
            <a:ext cx="1527175" cy="771525"/>
          </a:xfrm>
          <a:prstGeom prst="rect">
            <a:avLst/>
          </a:prstGeom>
          <a:solidFill>
            <a:srgbClr val="F88608">
              <a:alpha val="4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1520825" y="685800"/>
            <a:ext cx="7623175" cy="771525"/>
          </a:xfrm>
          <a:prstGeom prst="rect">
            <a:avLst/>
          </a:prstGeom>
          <a:solidFill>
            <a:srgbClr val="92CC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1658112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1AFCBF57-7BA2-4196-86E9-66F079619192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25919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685800"/>
            <a:ext cx="1527175" cy="771525"/>
          </a:xfrm>
          <a:prstGeom prst="rect">
            <a:avLst/>
          </a:prstGeom>
          <a:solidFill>
            <a:srgbClr val="F88608">
              <a:alpha val="4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1520825" y="685800"/>
            <a:ext cx="7623175" cy="771525"/>
          </a:xfrm>
          <a:prstGeom prst="rect">
            <a:avLst/>
          </a:prstGeom>
          <a:solidFill>
            <a:srgbClr val="92CC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1658112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A3496728-9F0E-48E6-AE29-6FACE6F67DAE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19185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"/>
          <p:cNvPicPr>
            <a:picLocks noChangeAspect="1" noChangeArrowheads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2552700" y="2982913"/>
            <a:ext cx="6591300" cy="3875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 userDrawn="1"/>
        </p:nvSpPr>
        <p:spPr>
          <a:xfrm>
            <a:off x="0" y="685800"/>
            <a:ext cx="1527175" cy="77152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1520825" y="685800"/>
            <a:ext cx="7623175" cy="77152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Footer Placeholder 3"/>
          <p:cNvSpPr txBox="1">
            <a:spLocks noGrp="1"/>
          </p:cNvSpPr>
          <p:nvPr userDrawn="1"/>
        </p:nvSpPr>
        <p:spPr bwMode="auto">
          <a:xfrm>
            <a:off x="3733800" y="6497638"/>
            <a:ext cx="526732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50" dirty="0">
                <a:solidFill>
                  <a:prstClr val="black"/>
                </a:solidFill>
                <a:latin typeface="Kozuka Gothic Pro M" pitchFamily="34" charset="-128"/>
              </a:rPr>
              <a:t> </a:t>
            </a:r>
            <a:r>
              <a:rPr lang="en-US" sz="650" dirty="0">
                <a:solidFill>
                  <a:prstClr val="black">
                    <a:lumMod val="85000"/>
                    <a:lumOff val="15000"/>
                  </a:prstClr>
                </a:solidFill>
                <a:latin typeface="Microsoft Sans Serif" pitchFamily="34" charset="0"/>
                <a:cs typeface="Microsoft Sans Serif" pitchFamily="34" charset="0"/>
              </a:rPr>
              <a:t>Copyright © </a:t>
            </a:r>
            <a:r>
              <a:rPr lang="en-US" sz="65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Microsoft Sans Serif" pitchFamily="34" charset="0"/>
                <a:cs typeface="Microsoft Sans Serif" pitchFamily="34" charset="0"/>
              </a:rPr>
              <a:t>2014  </a:t>
            </a:r>
            <a:r>
              <a:rPr lang="en-US" sz="650" dirty="0">
                <a:solidFill>
                  <a:prstClr val="black">
                    <a:lumMod val="85000"/>
                    <a:lumOff val="15000"/>
                  </a:prstClr>
                </a:solidFill>
                <a:latin typeface="Microsoft Sans Serif" pitchFamily="34" charset="0"/>
                <a:cs typeface="Microsoft Sans Serif" pitchFamily="34" charset="0"/>
              </a:rPr>
              <a:t>Cybage Software Pvt. Ltd. All Rights Reserved. Cybage Confidential.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1658112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666" y="1721802"/>
            <a:ext cx="7269734" cy="4724717"/>
          </a:xfrm>
          <a:prstGeom prst="rect">
            <a:avLst/>
          </a:prstGeom>
        </p:spPr>
        <p:txBody>
          <a:bodyPr/>
          <a:lstStyle>
            <a:lvl1pPr marL="228600" indent="-228600">
              <a:buFont typeface="Arial" pitchFamily="34" charset="0"/>
              <a:buNone/>
              <a:defRPr sz="17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0"/>
            <a:endParaRPr lang="en-US" dirty="0" smtClean="0"/>
          </a:p>
          <a:p>
            <a:pPr lvl="0"/>
            <a:endParaRPr lang="en-US" dirty="0" smtClean="0"/>
          </a:p>
          <a:p>
            <a:pPr lvl="0"/>
            <a:endParaRPr lang="en-US" dirty="0" smtClean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FE451DCD-20BD-4CAD-A0CF-9092C7A2ADF7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771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666" y="5306251"/>
            <a:ext cx="7269734" cy="1075499"/>
          </a:xfrm>
          <a:prstGeom prst="rect">
            <a:avLst/>
          </a:prstGeom>
        </p:spPr>
        <p:txBody>
          <a:bodyPr/>
          <a:lstStyle>
            <a:lvl1pPr marL="228600" indent="-228600">
              <a:buFont typeface="Arial" pitchFamily="34" charset="0"/>
              <a:buNone/>
              <a:defRPr sz="17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685800"/>
            <a:ext cx="1527175" cy="77152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1520825" y="685800"/>
            <a:ext cx="7623175" cy="77152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Picture Placeholder 2"/>
          <p:cNvSpPr>
            <a:spLocks noGrp="1"/>
          </p:cNvSpPr>
          <p:nvPr>
            <p:ph type="pic" idx="1"/>
          </p:nvPr>
        </p:nvSpPr>
        <p:spPr>
          <a:xfrm>
            <a:off x="1752600" y="1856231"/>
            <a:ext cx="5644896" cy="31546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32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1658112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BD166A5C-17C6-4A49-AC19-AC1F236CAA51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56804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685800"/>
            <a:ext cx="1527175" cy="77152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1520825" y="685800"/>
            <a:ext cx="7623175" cy="77152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Rectangle 2"/>
          <p:cNvSpPr>
            <a:spLocks noChangeArrowheads="1"/>
          </p:cNvSpPr>
          <p:nvPr userDrawn="1"/>
        </p:nvSpPr>
        <p:spPr bwMode="auto">
          <a:xfrm>
            <a:off x="133350" y="219075"/>
            <a:ext cx="1371600" cy="17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rgbClr val="0075B0"/>
                </a:solidFill>
                <a:latin typeface="Arial" pitchFamily="34" charset="0"/>
                <a:ea typeface="Kozuka Gothic Pro R" pitchFamily="34" charset="-128"/>
                <a:cs typeface="Arial" pitchFamily="34" charset="0"/>
              </a:rPr>
              <a:t>www.cybage.com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56231"/>
            <a:ext cx="4260850" cy="31546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32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1658112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10"/>
          </p:nvPr>
        </p:nvSpPr>
        <p:spPr>
          <a:xfrm>
            <a:off x="4572000" y="1758379"/>
            <a:ext cx="4343400" cy="3612070"/>
          </a:xfrm>
          <a:prstGeom prst="rect">
            <a:avLst/>
          </a:prstGeom>
        </p:spPr>
        <p:txBody>
          <a:bodyPr/>
          <a:lstStyle>
            <a:lvl1pPr marL="228600" indent="-228600">
              <a:buFont typeface="Arial" pitchFamily="34" charset="0"/>
              <a:buNone/>
              <a:defRPr sz="17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2F07A33B-69A4-4F59-B3B9-C3C4A0901BC6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99126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685800"/>
            <a:ext cx="1527175" cy="77152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1520825" y="685800"/>
            <a:ext cx="7623175" cy="77152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3"/>
          <p:cNvSpPr>
            <a:spLocks noChangeArrowheads="1"/>
          </p:cNvSpPr>
          <p:nvPr userDrawn="1"/>
        </p:nvSpPr>
        <p:spPr bwMode="auto">
          <a:xfrm>
            <a:off x="209550" y="2327275"/>
            <a:ext cx="2155825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>
                <a:solidFill>
                  <a:prstClr val="white"/>
                </a:solidFill>
                <a:latin typeface="Microsoft Sans Serif" pitchFamily="34" charset="0"/>
                <a:ea typeface="Kozuka Gothic Pro L" pitchFamily="34" charset="-128"/>
                <a:cs typeface="Microsoft Sans Serif" pitchFamily="34" charset="0"/>
              </a:rPr>
              <a:t>Place image here</a:t>
            </a:r>
          </a:p>
        </p:txBody>
      </p:sp>
      <p:sp>
        <p:nvSpPr>
          <p:cNvPr id="15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56232"/>
            <a:ext cx="2136775" cy="158204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32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1658112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0"/>
          </p:nvPr>
        </p:nvSpPr>
        <p:spPr>
          <a:xfrm>
            <a:off x="2498280" y="1721803"/>
            <a:ext cx="6389687" cy="3612070"/>
          </a:xfrm>
          <a:prstGeom prst="rect">
            <a:avLst/>
          </a:prstGeom>
        </p:spPr>
        <p:txBody>
          <a:bodyPr/>
          <a:lstStyle>
            <a:lvl1pPr marL="228600" indent="-228600">
              <a:buFont typeface="Arial" pitchFamily="34" charset="0"/>
              <a:buNone/>
              <a:defRPr sz="17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18ACD2C7-4421-45EE-8B74-CF7606631C23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773636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5591175"/>
            <a:ext cx="9139238" cy="71438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0" y="687388"/>
            <a:ext cx="9144000" cy="771525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grpSp>
        <p:nvGrpSpPr>
          <p:cNvPr id="5" name="Group 34"/>
          <p:cNvGrpSpPr>
            <a:grpSpLocks/>
          </p:cNvGrpSpPr>
          <p:nvPr userDrawn="1"/>
        </p:nvGrpSpPr>
        <p:grpSpPr bwMode="auto">
          <a:xfrm>
            <a:off x="-9525" y="1458913"/>
            <a:ext cx="2286000" cy="795337"/>
            <a:chOff x="1000125" y="5848350"/>
            <a:chExt cx="2286000" cy="795338"/>
          </a:xfrm>
        </p:grpSpPr>
        <p:sp>
          <p:nvSpPr>
            <p:cNvPr id="6" name="Rectangle 5"/>
            <p:cNvSpPr/>
            <p:nvPr/>
          </p:nvSpPr>
          <p:spPr bwMode="auto">
            <a:xfrm flipH="1">
              <a:off x="1000125" y="5848350"/>
              <a:ext cx="2286000" cy="795338"/>
            </a:xfrm>
            <a:prstGeom prst="rect">
              <a:avLst/>
            </a:prstGeom>
            <a:solidFill>
              <a:srgbClr val="00547E">
                <a:alpha val="8509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Text Placeholder 3"/>
            <p:cNvSpPr txBox="1">
              <a:spLocks/>
            </p:cNvSpPr>
            <p:nvPr/>
          </p:nvSpPr>
          <p:spPr>
            <a:xfrm>
              <a:off x="1138238" y="5872162"/>
              <a:ext cx="1919287" cy="712789"/>
            </a:xfrm>
            <a:prstGeom prst="rect">
              <a:avLst/>
            </a:prstGeom>
          </p:spPr>
          <p:txBody>
            <a:bodyPr/>
            <a:lstStyle>
              <a:lvl1pPr marL="0" indent="0">
                <a:buNone/>
                <a:defRPr sz="1700">
                  <a:solidFill>
                    <a:schemeClr val="bg1">
                      <a:lumMod val="95000"/>
                    </a:schemeClr>
                  </a:solidFill>
                  <a:latin typeface="Arial" pitchFamily="34" charset="0"/>
                  <a:cs typeface="Arial" pitchFamily="34" charset="0"/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fontAlgn="auto">
                <a:spcBef>
                  <a:spcPct val="20000"/>
                </a:spcBef>
                <a:spcAft>
                  <a:spcPts val="0"/>
                </a:spcAft>
                <a:buFont typeface="Arial" pitchFamily="34" charset="0"/>
                <a:buNone/>
                <a:defRPr/>
              </a:pPr>
              <a:r>
                <a:rPr lang="en-US" sz="1800" dirty="0" smtClean="0">
                  <a:solidFill>
                    <a:prstClr val="white">
                      <a:lumMod val="95000"/>
                    </a:prstClr>
                  </a:solidFill>
                </a:rPr>
                <a:t>OPD Service</a:t>
              </a:r>
            </a:p>
            <a:p>
              <a:pPr fontAlgn="auto">
                <a:spcBef>
                  <a:spcPct val="20000"/>
                </a:spcBef>
                <a:spcAft>
                  <a:spcPts val="0"/>
                </a:spcAft>
                <a:buFont typeface="Arial" pitchFamily="34" charset="0"/>
                <a:buNone/>
                <a:defRPr/>
              </a:pPr>
              <a:r>
                <a:rPr lang="en-US" sz="1000" dirty="0" smtClean="0">
                  <a:solidFill>
                    <a:prstClr val="white">
                      <a:lumMod val="95000"/>
                    </a:prstClr>
                  </a:solidFill>
                </a:rPr>
                <a:t>(Outsourced Product Development Services)</a:t>
              </a:r>
            </a:p>
          </p:txBody>
        </p:sp>
      </p:grpSp>
      <p:grpSp>
        <p:nvGrpSpPr>
          <p:cNvPr id="8" name="Group 40"/>
          <p:cNvGrpSpPr>
            <a:grpSpLocks/>
          </p:cNvGrpSpPr>
          <p:nvPr userDrawn="1"/>
        </p:nvGrpSpPr>
        <p:grpSpPr bwMode="auto">
          <a:xfrm>
            <a:off x="4562475" y="1457325"/>
            <a:ext cx="2295525" cy="795338"/>
            <a:chOff x="4562856" y="1457325"/>
            <a:chExt cx="2295144" cy="795338"/>
          </a:xfrm>
        </p:grpSpPr>
        <p:sp>
          <p:nvSpPr>
            <p:cNvPr id="9" name="Rectangle 8"/>
            <p:cNvSpPr/>
            <p:nvPr/>
          </p:nvSpPr>
          <p:spPr bwMode="auto">
            <a:xfrm flipH="1">
              <a:off x="4572379" y="1457325"/>
              <a:ext cx="2285621" cy="795338"/>
            </a:xfrm>
            <a:prstGeom prst="rect">
              <a:avLst/>
            </a:prstGeom>
            <a:solidFill>
              <a:srgbClr val="B36005">
                <a:alpha val="8509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Text Placeholder 3"/>
            <p:cNvSpPr txBox="1">
              <a:spLocks/>
            </p:cNvSpPr>
            <p:nvPr/>
          </p:nvSpPr>
          <p:spPr>
            <a:xfrm>
              <a:off x="4562856" y="1490663"/>
              <a:ext cx="1920556" cy="712787"/>
            </a:xfrm>
            <a:prstGeom prst="rect">
              <a:avLst/>
            </a:prstGeom>
          </p:spPr>
          <p:txBody>
            <a:bodyPr/>
            <a:lstStyle>
              <a:lvl1pPr marL="0" indent="0">
                <a:buNone/>
                <a:defRPr sz="1700">
                  <a:solidFill>
                    <a:schemeClr val="bg1">
                      <a:lumMod val="95000"/>
                    </a:schemeClr>
                  </a:solidFill>
                  <a:latin typeface="Arial" pitchFamily="34" charset="0"/>
                  <a:cs typeface="Arial" pitchFamily="34" charset="0"/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fontAlgn="auto">
                <a:spcBef>
                  <a:spcPct val="20000"/>
                </a:spcBef>
                <a:spcAft>
                  <a:spcPts val="0"/>
                </a:spcAft>
                <a:buFont typeface="Arial" pitchFamily="34" charset="0"/>
                <a:buNone/>
                <a:defRPr/>
              </a:pPr>
              <a:r>
                <a:rPr lang="en-US" sz="1800" dirty="0" smtClean="0">
                  <a:solidFill>
                    <a:prstClr val="white">
                      <a:lumMod val="95000"/>
                    </a:prstClr>
                  </a:solidFill>
                </a:rPr>
                <a:t>Value Added Services</a:t>
              </a:r>
            </a:p>
          </p:txBody>
        </p:sp>
      </p:grpSp>
      <p:grpSp>
        <p:nvGrpSpPr>
          <p:cNvPr id="11" name="Group 46"/>
          <p:cNvGrpSpPr>
            <a:grpSpLocks/>
          </p:cNvGrpSpPr>
          <p:nvPr userDrawn="1"/>
        </p:nvGrpSpPr>
        <p:grpSpPr bwMode="auto">
          <a:xfrm>
            <a:off x="6858000" y="1457325"/>
            <a:ext cx="2286000" cy="795338"/>
            <a:chOff x="6858000" y="1457325"/>
            <a:chExt cx="2286000" cy="795338"/>
          </a:xfrm>
        </p:grpSpPr>
        <p:sp>
          <p:nvSpPr>
            <p:cNvPr id="12" name="Rectangle 11"/>
            <p:cNvSpPr/>
            <p:nvPr/>
          </p:nvSpPr>
          <p:spPr bwMode="auto">
            <a:xfrm flipH="1">
              <a:off x="6858000" y="1457325"/>
              <a:ext cx="2286000" cy="795338"/>
            </a:xfrm>
            <a:prstGeom prst="rect">
              <a:avLst/>
            </a:prstGeom>
            <a:solidFill>
              <a:srgbClr val="EB7E07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Text Placeholder 3"/>
            <p:cNvSpPr txBox="1">
              <a:spLocks/>
            </p:cNvSpPr>
            <p:nvPr/>
          </p:nvSpPr>
          <p:spPr>
            <a:xfrm>
              <a:off x="6867525" y="1490663"/>
              <a:ext cx="1919288" cy="712787"/>
            </a:xfrm>
            <a:prstGeom prst="rect">
              <a:avLst/>
            </a:prstGeom>
          </p:spPr>
          <p:txBody>
            <a:bodyPr/>
            <a:lstStyle>
              <a:lvl1pPr marL="0" indent="0">
                <a:buNone/>
                <a:defRPr sz="1700">
                  <a:solidFill>
                    <a:schemeClr val="bg1">
                      <a:lumMod val="95000"/>
                    </a:schemeClr>
                  </a:solidFill>
                  <a:latin typeface="Arial" pitchFamily="34" charset="0"/>
                  <a:cs typeface="Arial" pitchFamily="34" charset="0"/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fontAlgn="auto">
                <a:spcBef>
                  <a:spcPct val="20000"/>
                </a:spcBef>
                <a:spcAft>
                  <a:spcPts val="0"/>
                </a:spcAft>
                <a:buFont typeface="Arial" pitchFamily="34" charset="0"/>
                <a:buNone/>
                <a:defRPr/>
              </a:pPr>
              <a:r>
                <a:rPr lang="en-US" sz="1800" dirty="0" smtClean="0">
                  <a:solidFill>
                    <a:prstClr val="white">
                      <a:lumMod val="95000"/>
                    </a:prstClr>
                  </a:solidFill>
                </a:rPr>
                <a:t>Idea Incubation Center</a:t>
              </a:r>
            </a:p>
          </p:txBody>
        </p:sp>
      </p:grpSp>
      <p:grpSp>
        <p:nvGrpSpPr>
          <p:cNvPr id="14" name="Group 51"/>
          <p:cNvGrpSpPr>
            <a:grpSpLocks/>
          </p:cNvGrpSpPr>
          <p:nvPr userDrawn="1"/>
        </p:nvGrpSpPr>
        <p:grpSpPr bwMode="auto">
          <a:xfrm>
            <a:off x="2266950" y="1457325"/>
            <a:ext cx="2305050" cy="795338"/>
            <a:chOff x="2267712" y="1457325"/>
            <a:chExt cx="2304288" cy="795338"/>
          </a:xfrm>
        </p:grpSpPr>
        <p:sp>
          <p:nvSpPr>
            <p:cNvPr id="15" name="Rectangle 14"/>
            <p:cNvSpPr/>
            <p:nvPr/>
          </p:nvSpPr>
          <p:spPr bwMode="auto">
            <a:xfrm flipH="1">
              <a:off x="2278821" y="1457325"/>
              <a:ext cx="2293179" cy="795338"/>
            </a:xfrm>
            <a:prstGeom prst="rect">
              <a:avLst/>
            </a:prstGeom>
            <a:solidFill>
              <a:srgbClr val="0075B0">
                <a:alpha val="8470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6" name="Text Placeholder 3"/>
            <p:cNvSpPr txBox="1">
              <a:spLocks/>
            </p:cNvSpPr>
            <p:nvPr/>
          </p:nvSpPr>
          <p:spPr>
            <a:xfrm>
              <a:off x="2267712" y="1481138"/>
              <a:ext cx="2304288" cy="712787"/>
            </a:xfrm>
            <a:prstGeom prst="rect">
              <a:avLst/>
            </a:prstGeom>
          </p:spPr>
          <p:txBody>
            <a:bodyPr/>
            <a:lstStyle>
              <a:lvl1pPr marL="0" indent="0">
                <a:buNone/>
                <a:defRPr sz="1700">
                  <a:solidFill>
                    <a:schemeClr val="bg1">
                      <a:lumMod val="95000"/>
                    </a:schemeClr>
                  </a:solidFill>
                  <a:latin typeface="Arial" pitchFamily="34" charset="0"/>
                  <a:cs typeface="Arial" pitchFamily="34" charset="0"/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800" dirty="0" smtClean="0">
                  <a:solidFill>
                    <a:prstClr val="white">
                      <a:lumMod val="95000"/>
                    </a:prstClr>
                  </a:solidFill>
                </a:rPr>
                <a:t>Enterprise Business Solutions</a:t>
              </a:r>
            </a:p>
          </p:txBody>
        </p:sp>
      </p:grpSp>
      <p:grpSp>
        <p:nvGrpSpPr>
          <p:cNvPr id="17" name="Group 57"/>
          <p:cNvGrpSpPr>
            <a:grpSpLocks/>
          </p:cNvGrpSpPr>
          <p:nvPr userDrawn="1"/>
        </p:nvGrpSpPr>
        <p:grpSpPr bwMode="auto">
          <a:xfrm>
            <a:off x="-9525" y="2252663"/>
            <a:ext cx="2286000" cy="3343275"/>
            <a:chOff x="-9525" y="2252663"/>
            <a:chExt cx="2286000" cy="3343275"/>
          </a:xfrm>
        </p:grpSpPr>
        <p:sp>
          <p:nvSpPr>
            <p:cNvPr id="18" name="Rectangle 17"/>
            <p:cNvSpPr/>
            <p:nvPr/>
          </p:nvSpPr>
          <p:spPr bwMode="auto">
            <a:xfrm flipH="1" flipV="1">
              <a:off x="-9525" y="2252663"/>
              <a:ext cx="2286000" cy="3343275"/>
            </a:xfrm>
            <a:prstGeom prst="rect">
              <a:avLst/>
            </a:prstGeom>
            <a:solidFill>
              <a:srgbClr val="44BDFA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buClr>
                  <a:prstClr val="black">
                    <a:lumMod val="75000"/>
                    <a:lumOff val="25000"/>
                  </a:prstClr>
                </a:buClr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9" name="Text Placeholder 3"/>
            <p:cNvSpPr txBox="1">
              <a:spLocks/>
            </p:cNvSpPr>
            <p:nvPr/>
          </p:nvSpPr>
          <p:spPr>
            <a:xfrm>
              <a:off x="128588" y="2414588"/>
              <a:ext cx="1919287" cy="3024187"/>
            </a:xfrm>
            <a:prstGeom prst="rect">
              <a:avLst/>
            </a:prstGeom>
          </p:spPr>
          <p:txBody>
            <a:bodyPr/>
            <a:lstStyle>
              <a:lvl1pPr marL="119063" marR="0" indent="-119063" algn="l" defTabSz="914400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Tx/>
                <a:buSzTx/>
                <a:buFont typeface="Arial" pitchFamily="34" charset="0"/>
                <a:buChar char="•"/>
                <a:tabLst/>
                <a:defRPr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>
                <a:buClr>
                  <a:srgbClr val="0075B0"/>
                </a:buClr>
                <a:defRPr/>
              </a:pPr>
              <a:r>
                <a:rPr lang="en-US" dirty="0" smtClean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Software Development</a:t>
              </a:r>
            </a:p>
            <a:p>
              <a:pPr>
                <a:buClr>
                  <a:srgbClr val="0075B0"/>
                </a:buClr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  <a:p>
              <a:pPr>
                <a:buClr>
                  <a:srgbClr val="0075B0"/>
                </a:buClr>
                <a:defRPr/>
              </a:pPr>
              <a:r>
                <a:rPr lang="en-US" dirty="0" smtClean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Software </a:t>
              </a:r>
              <a:br>
                <a:rPr lang="en-US" dirty="0" smtClean="0">
                  <a:solidFill>
                    <a:prstClr val="black">
                      <a:lumMod val="75000"/>
                      <a:lumOff val="25000"/>
                    </a:prstClr>
                  </a:solidFill>
                </a:rPr>
              </a:br>
              <a:r>
                <a:rPr lang="en-US" dirty="0" smtClean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Re-Engineering</a:t>
              </a:r>
            </a:p>
            <a:p>
              <a:pPr>
                <a:buClr>
                  <a:srgbClr val="0075B0"/>
                </a:buClr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  <a:p>
              <a:pPr>
                <a:buClr>
                  <a:srgbClr val="0075B0"/>
                </a:buClr>
                <a:defRPr/>
              </a:pPr>
              <a:r>
                <a:rPr lang="en-US" dirty="0" smtClean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Software Maintenance</a:t>
              </a:r>
            </a:p>
            <a:p>
              <a:pPr>
                <a:buClr>
                  <a:srgbClr val="0075B0"/>
                </a:buClr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  <a:p>
              <a:pPr>
                <a:buClr>
                  <a:srgbClr val="0075B0"/>
                </a:buClr>
                <a:defRPr/>
              </a:pPr>
              <a:r>
                <a:rPr lang="en-US" dirty="0" smtClean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QA and Testing</a:t>
              </a:r>
            </a:p>
            <a:p>
              <a:pPr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  <a:p>
              <a:pPr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  <a:p>
              <a:pPr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</p:txBody>
        </p:sp>
      </p:grpSp>
      <p:grpSp>
        <p:nvGrpSpPr>
          <p:cNvPr id="20" name="Group 61"/>
          <p:cNvGrpSpPr>
            <a:grpSpLocks/>
          </p:cNvGrpSpPr>
          <p:nvPr userDrawn="1"/>
        </p:nvGrpSpPr>
        <p:grpSpPr bwMode="auto">
          <a:xfrm>
            <a:off x="2266950" y="2252663"/>
            <a:ext cx="2305050" cy="3343275"/>
            <a:chOff x="2267712" y="2252663"/>
            <a:chExt cx="2304288" cy="3343275"/>
          </a:xfrm>
        </p:grpSpPr>
        <p:sp>
          <p:nvSpPr>
            <p:cNvPr id="21" name="Rectangle 20"/>
            <p:cNvSpPr/>
            <p:nvPr/>
          </p:nvSpPr>
          <p:spPr bwMode="auto">
            <a:xfrm flipH="1" flipV="1">
              <a:off x="2278821" y="2252663"/>
              <a:ext cx="2293179" cy="3343275"/>
            </a:xfrm>
            <a:prstGeom prst="rect">
              <a:avLst/>
            </a:prstGeom>
            <a:solidFill>
              <a:srgbClr val="69CAFB">
                <a:alpha val="2509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2" name="Text Placeholder 3"/>
            <p:cNvSpPr txBox="1">
              <a:spLocks/>
            </p:cNvSpPr>
            <p:nvPr/>
          </p:nvSpPr>
          <p:spPr>
            <a:xfrm>
              <a:off x="2267712" y="2414588"/>
              <a:ext cx="2304288" cy="3024187"/>
            </a:xfrm>
            <a:prstGeom prst="rect">
              <a:avLst/>
            </a:prstGeom>
          </p:spPr>
          <p:txBody>
            <a:bodyPr/>
            <a:lstStyle>
              <a:lvl1pPr marL="119063" marR="0" indent="-119063" algn="l" defTabSz="914400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Tx/>
                <a:buSzTx/>
                <a:buFont typeface="Arial" pitchFamily="34" charset="0"/>
                <a:buChar char="•"/>
                <a:tabLst/>
                <a:defRPr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>
                <a:buClr>
                  <a:srgbClr val="0075B0"/>
                </a:buClr>
                <a:defRPr/>
              </a:pPr>
              <a:r>
                <a:rPr lang="en-US" dirty="0" smtClean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Application Development  and Maintenance</a:t>
              </a:r>
            </a:p>
            <a:p>
              <a:pPr>
                <a:buClr>
                  <a:srgbClr val="0075B0"/>
                </a:buClr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  <a:p>
              <a:pPr>
                <a:buClr>
                  <a:srgbClr val="0075B0"/>
                </a:buClr>
                <a:defRPr/>
              </a:pPr>
              <a:r>
                <a:rPr lang="en-US" dirty="0" smtClean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Enterprise Portals</a:t>
              </a:r>
            </a:p>
            <a:p>
              <a:pPr>
                <a:buClr>
                  <a:srgbClr val="0075B0"/>
                </a:buClr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  <a:p>
              <a:pPr>
                <a:buClr>
                  <a:srgbClr val="0075B0"/>
                </a:buClr>
                <a:defRPr/>
              </a:pPr>
              <a:r>
                <a:rPr lang="en-US" dirty="0" smtClean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SOA Services</a:t>
              </a:r>
            </a:p>
            <a:p>
              <a:pPr>
                <a:buClr>
                  <a:srgbClr val="0075B0"/>
                </a:buClr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  <a:p>
              <a:pPr>
                <a:buClr>
                  <a:srgbClr val="0075B0"/>
                </a:buClr>
                <a:defRPr/>
              </a:pPr>
              <a:r>
                <a:rPr lang="en-US" dirty="0" smtClean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MIS  and Data Analytics</a:t>
              </a:r>
            </a:p>
            <a:p>
              <a:pPr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  <a:p>
              <a:pPr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  <a:p>
              <a:pPr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</p:txBody>
        </p:sp>
      </p:grpSp>
      <p:grpSp>
        <p:nvGrpSpPr>
          <p:cNvPr id="23" name="Group 64"/>
          <p:cNvGrpSpPr>
            <a:grpSpLocks/>
          </p:cNvGrpSpPr>
          <p:nvPr userDrawn="1"/>
        </p:nvGrpSpPr>
        <p:grpSpPr bwMode="auto">
          <a:xfrm>
            <a:off x="4572000" y="2252663"/>
            <a:ext cx="2400300" cy="3343275"/>
            <a:chOff x="4572000" y="2252663"/>
            <a:chExt cx="2400300" cy="3343275"/>
          </a:xfrm>
        </p:grpSpPr>
        <p:sp>
          <p:nvSpPr>
            <p:cNvPr id="24" name="Rectangle 23"/>
            <p:cNvSpPr/>
            <p:nvPr/>
          </p:nvSpPr>
          <p:spPr bwMode="auto">
            <a:xfrm flipH="1" flipV="1">
              <a:off x="4572000" y="2252663"/>
              <a:ext cx="2286000" cy="3343275"/>
            </a:xfrm>
            <a:prstGeom prst="rect">
              <a:avLst/>
            </a:prstGeom>
            <a:solidFill>
              <a:srgbClr val="FAB160">
                <a:alpha val="4509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buClr>
                  <a:prstClr val="black">
                    <a:lumMod val="75000"/>
                    <a:lumOff val="25000"/>
                  </a:prstClr>
                </a:buClr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5" name="Text Placeholder 3"/>
            <p:cNvSpPr txBox="1">
              <a:spLocks/>
            </p:cNvSpPr>
            <p:nvPr/>
          </p:nvSpPr>
          <p:spPr>
            <a:xfrm>
              <a:off x="4572000" y="2414588"/>
              <a:ext cx="2400300" cy="3005137"/>
            </a:xfrm>
            <a:prstGeom prst="rect">
              <a:avLst/>
            </a:prstGeom>
          </p:spPr>
          <p:txBody>
            <a:bodyPr/>
            <a:lstStyle>
              <a:lvl1pPr marL="119063" marR="0" indent="-119063" algn="l" defTabSz="914400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Tx/>
                <a:buSzTx/>
                <a:buFont typeface="Arial" pitchFamily="34" charset="0"/>
                <a:buChar char="•"/>
                <a:tabLst/>
                <a:defRPr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>
                <a:buClr>
                  <a:srgbClr val="F79646">
                    <a:lumMod val="50000"/>
                  </a:srgbClr>
                </a:buClr>
                <a:defRPr/>
              </a:pPr>
              <a:r>
                <a:rPr lang="en-US" dirty="0" smtClean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Technical Support</a:t>
              </a:r>
            </a:p>
            <a:p>
              <a:pPr>
                <a:buClr>
                  <a:srgbClr val="F79646">
                    <a:lumMod val="50000"/>
                  </a:srgbClr>
                </a:buClr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  <a:p>
              <a:pPr>
                <a:buClr>
                  <a:srgbClr val="F79646">
                    <a:lumMod val="50000"/>
                  </a:srgbClr>
                </a:buClr>
                <a:defRPr/>
              </a:pPr>
              <a:r>
                <a:rPr lang="en-US" dirty="0" smtClean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User Interface Design </a:t>
              </a:r>
            </a:p>
            <a:p>
              <a:pPr>
                <a:buClr>
                  <a:srgbClr val="F79646">
                    <a:lumMod val="50000"/>
                  </a:srgbClr>
                </a:buClr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  <a:p>
              <a:pPr>
                <a:buClr>
                  <a:srgbClr val="F79646">
                    <a:lumMod val="50000"/>
                  </a:srgbClr>
                </a:buClr>
                <a:defRPr/>
              </a:pPr>
              <a:r>
                <a:rPr lang="en-US" dirty="0" smtClean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Documentation</a:t>
              </a:r>
            </a:p>
            <a:p>
              <a:pPr>
                <a:buFont typeface="Arial" pitchFamily="34" charset="0"/>
                <a:buNone/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  <a:p>
              <a:pPr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  <a:p>
              <a:pPr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</p:txBody>
        </p:sp>
      </p:grpSp>
      <p:grpSp>
        <p:nvGrpSpPr>
          <p:cNvPr id="26" name="Group 67"/>
          <p:cNvGrpSpPr>
            <a:grpSpLocks/>
          </p:cNvGrpSpPr>
          <p:nvPr userDrawn="1"/>
        </p:nvGrpSpPr>
        <p:grpSpPr bwMode="auto">
          <a:xfrm>
            <a:off x="6858000" y="2252663"/>
            <a:ext cx="2286000" cy="3343275"/>
            <a:chOff x="6857998" y="2252663"/>
            <a:chExt cx="2286002" cy="3343275"/>
          </a:xfrm>
        </p:grpSpPr>
        <p:sp>
          <p:nvSpPr>
            <p:cNvPr id="27" name="Rectangle 26"/>
            <p:cNvSpPr/>
            <p:nvPr/>
          </p:nvSpPr>
          <p:spPr bwMode="auto">
            <a:xfrm flipH="1" flipV="1">
              <a:off x="6857998" y="2252663"/>
              <a:ext cx="2286002" cy="3343275"/>
            </a:xfrm>
            <a:prstGeom prst="rect">
              <a:avLst/>
            </a:prstGeom>
            <a:solidFill>
              <a:srgbClr val="FDD9B1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9" name="Text Placeholder 3"/>
            <p:cNvSpPr txBox="1">
              <a:spLocks/>
            </p:cNvSpPr>
            <p:nvPr/>
          </p:nvSpPr>
          <p:spPr>
            <a:xfrm>
              <a:off x="6857998" y="2414588"/>
              <a:ext cx="2057402" cy="3024187"/>
            </a:xfrm>
            <a:prstGeom prst="rect">
              <a:avLst/>
            </a:prstGeom>
          </p:spPr>
          <p:txBody>
            <a:bodyPr/>
            <a:lstStyle>
              <a:lvl1pPr marL="119063" marR="0" indent="-119063" algn="l" defTabSz="914400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Tx/>
                <a:buSzTx/>
                <a:buFont typeface="Arial" pitchFamily="34" charset="0"/>
                <a:buChar char="•"/>
                <a:tabLst/>
                <a:defRPr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>
                <a:buClr>
                  <a:srgbClr val="F79646"/>
                </a:buClr>
                <a:defRPr/>
              </a:pPr>
              <a:r>
                <a:rPr lang="en-US" dirty="0" smtClean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From an Idea to Product</a:t>
              </a:r>
            </a:p>
            <a:p>
              <a:pPr>
                <a:buClr>
                  <a:srgbClr val="F79646"/>
                </a:buClr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  <a:p>
              <a:pPr>
                <a:buClr>
                  <a:srgbClr val="F79646"/>
                </a:buClr>
                <a:defRPr/>
              </a:pPr>
              <a:r>
                <a:rPr lang="en-US" dirty="0" smtClean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Qualified Pool of Product  Architects</a:t>
              </a:r>
            </a:p>
            <a:p>
              <a:pPr>
                <a:buClr>
                  <a:srgbClr val="F79646"/>
                </a:buClr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  <a:p>
              <a:pPr>
                <a:buClr>
                  <a:srgbClr val="F79646"/>
                </a:buClr>
                <a:defRPr/>
              </a:pPr>
              <a:r>
                <a:rPr lang="en-US" dirty="0" smtClean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Scalable ODC Environment</a:t>
              </a:r>
            </a:p>
            <a:p>
              <a:pPr>
                <a:buClr>
                  <a:srgbClr val="F79646"/>
                </a:buClr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  <a:p>
              <a:pPr>
                <a:buClr>
                  <a:srgbClr val="F79646"/>
                </a:buClr>
                <a:defRPr/>
              </a:pPr>
              <a:r>
                <a:rPr lang="en-US" dirty="0" smtClean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Optimization of Limited Resources</a:t>
              </a:r>
            </a:p>
            <a:p>
              <a:pPr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  <a:p>
              <a:pPr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  <a:p>
              <a:pPr>
                <a:defRPr/>
              </a:pPr>
              <a:endParaRPr lang="en-US" dirty="0" smtClean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</p:txBody>
        </p:sp>
      </p:grp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112776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0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FD10573A-72F2-442A-A6D9-3C5A77896AF4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22244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 flipV="1">
            <a:off x="2286000" y="2252663"/>
            <a:ext cx="2286000" cy="3343275"/>
          </a:xfrm>
          <a:prstGeom prst="rect">
            <a:avLst/>
          </a:prstGeom>
          <a:solidFill>
            <a:srgbClr val="44BDFA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 flipV="1">
            <a:off x="6858000" y="2252663"/>
            <a:ext cx="2286000" cy="3343275"/>
          </a:xfrm>
          <a:prstGeom prst="rect">
            <a:avLst/>
          </a:prstGeom>
          <a:solidFill>
            <a:srgbClr val="44BDFA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/>
          <p:nvPr userDrawn="1"/>
        </p:nvSpPr>
        <p:spPr>
          <a:xfrm flipV="1">
            <a:off x="4572000" y="2252663"/>
            <a:ext cx="2286000" cy="3343275"/>
          </a:xfrm>
          <a:prstGeom prst="rect">
            <a:avLst/>
          </a:prstGeom>
          <a:solidFill>
            <a:srgbClr val="65C9FB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Rectangle 13"/>
          <p:cNvSpPr/>
          <p:nvPr userDrawn="1"/>
        </p:nvSpPr>
        <p:spPr>
          <a:xfrm flipV="1">
            <a:off x="2286000" y="1457325"/>
            <a:ext cx="2286000" cy="795338"/>
          </a:xfrm>
          <a:prstGeom prst="rect">
            <a:avLst/>
          </a:prstGeom>
          <a:solidFill>
            <a:srgbClr val="00547E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 flipV="1">
            <a:off x="4572000" y="1457325"/>
            <a:ext cx="2286000" cy="795338"/>
          </a:xfrm>
          <a:prstGeom prst="rect">
            <a:avLst/>
          </a:prstGeom>
          <a:solidFill>
            <a:srgbClr val="00547E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 flipV="1">
            <a:off x="6858000" y="1457325"/>
            <a:ext cx="2286000" cy="795338"/>
          </a:xfrm>
          <a:prstGeom prst="rect">
            <a:avLst/>
          </a:prstGeom>
          <a:solidFill>
            <a:srgbClr val="00547E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 flipH="1">
            <a:off x="0" y="1457325"/>
            <a:ext cx="2286000" cy="792163"/>
          </a:xfrm>
          <a:prstGeom prst="rect">
            <a:avLst/>
          </a:prstGeom>
          <a:solidFill>
            <a:srgbClr val="00547E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8" name="Rectangle 17"/>
          <p:cNvSpPr/>
          <p:nvPr userDrawn="1"/>
        </p:nvSpPr>
        <p:spPr>
          <a:xfrm>
            <a:off x="0" y="5591175"/>
            <a:ext cx="9139238" cy="71438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9" name="Rectangle 18"/>
          <p:cNvSpPr/>
          <p:nvPr userDrawn="1"/>
        </p:nvSpPr>
        <p:spPr>
          <a:xfrm>
            <a:off x="0" y="687388"/>
            <a:ext cx="9144000" cy="771525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grpSp>
        <p:nvGrpSpPr>
          <p:cNvPr id="20" name="Group 47"/>
          <p:cNvGrpSpPr>
            <a:grpSpLocks/>
          </p:cNvGrpSpPr>
          <p:nvPr userDrawn="1"/>
        </p:nvGrpSpPr>
        <p:grpSpPr bwMode="auto">
          <a:xfrm>
            <a:off x="1836738" y="1608138"/>
            <a:ext cx="352425" cy="266700"/>
            <a:chOff x="1773238" y="1957388"/>
            <a:chExt cx="352425" cy="266700"/>
          </a:xfrm>
        </p:grpSpPr>
        <p:sp>
          <p:nvSpPr>
            <p:cNvPr id="21" name="Isosceles Triangle 20"/>
            <p:cNvSpPr/>
            <p:nvPr/>
          </p:nvSpPr>
          <p:spPr>
            <a:xfrm rot="5400000">
              <a:off x="1716088" y="2014538"/>
              <a:ext cx="266700" cy="152400"/>
            </a:xfrm>
            <a:prstGeom prst="triangle">
              <a:avLst/>
            </a:prstGeom>
            <a:solidFill>
              <a:srgbClr val="004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3" name="Isosceles Triangle 22"/>
            <p:cNvSpPr/>
            <p:nvPr/>
          </p:nvSpPr>
          <p:spPr>
            <a:xfrm rot="5400000">
              <a:off x="1806575" y="2014538"/>
              <a:ext cx="266700" cy="152400"/>
            </a:xfrm>
            <a:prstGeom prst="triangle">
              <a:avLst/>
            </a:prstGeom>
            <a:solidFill>
              <a:srgbClr val="004B7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6" name="Isosceles Triangle 25"/>
            <p:cNvSpPr/>
            <p:nvPr/>
          </p:nvSpPr>
          <p:spPr>
            <a:xfrm rot="5400000">
              <a:off x="1916113" y="2014538"/>
              <a:ext cx="266700" cy="152400"/>
            </a:xfrm>
            <a:prstGeom prst="triangle">
              <a:avLst/>
            </a:prstGeom>
            <a:solidFill>
              <a:srgbClr val="00547E">
                <a:alpha val="7607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47" name="Picture Placeholder 2"/>
          <p:cNvSpPr>
            <a:spLocks noGrp="1"/>
          </p:cNvSpPr>
          <p:nvPr>
            <p:ph type="pic" idx="1"/>
          </p:nvPr>
        </p:nvSpPr>
        <p:spPr>
          <a:xfrm>
            <a:off x="3175" y="2252663"/>
            <a:ext cx="2282825" cy="333851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32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112776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6" name="Text Placeholder 3"/>
          <p:cNvSpPr>
            <a:spLocks noGrp="1"/>
          </p:cNvSpPr>
          <p:nvPr>
            <p:ph type="body" sz="half" idx="11"/>
          </p:nvPr>
        </p:nvSpPr>
        <p:spPr>
          <a:xfrm>
            <a:off x="2295145" y="1545146"/>
            <a:ext cx="1920240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2" name="Text Placeholder 3"/>
          <p:cNvSpPr>
            <a:spLocks noGrp="1"/>
          </p:cNvSpPr>
          <p:nvPr>
            <p:ph type="body" sz="half" idx="13"/>
          </p:nvPr>
        </p:nvSpPr>
        <p:spPr>
          <a:xfrm>
            <a:off x="4562856" y="1545146"/>
            <a:ext cx="1920240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9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48856" y="1545146"/>
            <a:ext cx="1920240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2295144" y="2413826"/>
            <a:ext cx="1920240" cy="713422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2000" y="2413826"/>
            <a:ext cx="1920240" cy="713422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25" name="Text Placeholder 3"/>
          <p:cNvSpPr>
            <a:spLocks noGrp="1"/>
          </p:cNvSpPr>
          <p:nvPr>
            <p:ph type="body" sz="half" idx="20"/>
          </p:nvPr>
        </p:nvSpPr>
        <p:spPr>
          <a:xfrm>
            <a:off x="6857999" y="2413826"/>
            <a:ext cx="1920240" cy="713422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5" name="Text Placeholder 3"/>
          <p:cNvSpPr>
            <a:spLocks noGrp="1"/>
          </p:cNvSpPr>
          <p:nvPr>
            <p:ph type="body" sz="half" idx="21"/>
          </p:nvPr>
        </p:nvSpPr>
        <p:spPr>
          <a:xfrm>
            <a:off x="109728" y="1545146"/>
            <a:ext cx="1920240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7" name="Slide Number Placeholder 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93985D7-9B6C-4D50-A037-DFD3278C380B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204839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 flipV="1">
            <a:off x="2281238" y="1457325"/>
            <a:ext cx="3409950" cy="796925"/>
          </a:xfrm>
          <a:prstGeom prst="rect">
            <a:avLst/>
          </a:prstGeom>
          <a:solidFill>
            <a:srgbClr val="B36005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 userDrawn="1"/>
        </p:nvSpPr>
        <p:spPr>
          <a:xfrm flipV="1">
            <a:off x="5695950" y="1457325"/>
            <a:ext cx="3457575" cy="796925"/>
          </a:xfrm>
          <a:prstGeom prst="rect">
            <a:avLst/>
          </a:prstGeom>
          <a:solidFill>
            <a:srgbClr val="B36005">
              <a:alpha val="7607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 userDrawn="1"/>
        </p:nvSpPr>
        <p:spPr>
          <a:xfrm flipV="1">
            <a:off x="2281238" y="2254250"/>
            <a:ext cx="3414712" cy="3403600"/>
          </a:xfrm>
          <a:prstGeom prst="rect">
            <a:avLst/>
          </a:prstGeom>
          <a:solidFill>
            <a:srgbClr val="FAB16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 flipV="1">
            <a:off x="5695950" y="2254250"/>
            <a:ext cx="3457575" cy="3403600"/>
          </a:xfrm>
          <a:prstGeom prst="rect">
            <a:avLst/>
          </a:prstGeom>
          <a:solidFill>
            <a:srgbClr val="FAB160">
              <a:alpha val="4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-9525" y="1457325"/>
            <a:ext cx="2286000" cy="796925"/>
          </a:xfrm>
          <a:prstGeom prst="rect">
            <a:avLst/>
          </a:prstGeom>
          <a:solidFill>
            <a:srgbClr val="B36005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Rectangle 13"/>
          <p:cNvSpPr/>
          <p:nvPr userDrawn="1"/>
        </p:nvSpPr>
        <p:spPr>
          <a:xfrm>
            <a:off x="0" y="5591175"/>
            <a:ext cx="9139238" cy="71438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0" y="687388"/>
            <a:ext cx="9144000" cy="771525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grpSp>
        <p:nvGrpSpPr>
          <p:cNvPr id="16" name="Group 42"/>
          <p:cNvGrpSpPr>
            <a:grpSpLocks/>
          </p:cNvGrpSpPr>
          <p:nvPr userDrawn="1"/>
        </p:nvGrpSpPr>
        <p:grpSpPr bwMode="auto">
          <a:xfrm>
            <a:off x="1827213" y="1611313"/>
            <a:ext cx="371475" cy="266700"/>
            <a:chOff x="1104900" y="1885950"/>
            <a:chExt cx="371475" cy="266700"/>
          </a:xfrm>
        </p:grpSpPr>
        <p:sp>
          <p:nvSpPr>
            <p:cNvPr id="17" name="Isosceles Triangle 16"/>
            <p:cNvSpPr/>
            <p:nvPr userDrawn="1"/>
          </p:nvSpPr>
          <p:spPr>
            <a:xfrm rot="5400000">
              <a:off x="1047750" y="1943100"/>
              <a:ext cx="266700" cy="152400"/>
            </a:xfrm>
            <a:prstGeom prst="triangle">
              <a:avLst/>
            </a:prstGeom>
            <a:solidFill>
              <a:srgbClr val="9F560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8" name="Isosceles Triangle 17"/>
            <p:cNvSpPr/>
            <p:nvPr userDrawn="1"/>
          </p:nvSpPr>
          <p:spPr>
            <a:xfrm rot="5400000">
              <a:off x="1157287" y="1943100"/>
              <a:ext cx="266700" cy="152400"/>
            </a:xfrm>
            <a:prstGeom prst="triangle">
              <a:avLst/>
            </a:prstGeom>
            <a:solidFill>
              <a:srgbClr val="B3600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9" name="Isosceles Triangle 18"/>
            <p:cNvSpPr/>
            <p:nvPr userDrawn="1"/>
          </p:nvSpPr>
          <p:spPr>
            <a:xfrm rot="5400000">
              <a:off x="1266825" y="1943100"/>
              <a:ext cx="266700" cy="152400"/>
            </a:xfrm>
            <a:prstGeom prst="triangle">
              <a:avLst/>
            </a:prstGeom>
            <a:solidFill>
              <a:srgbClr val="B36005">
                <a:alpha val="7607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47" name="Picture Placeholder 2"/>
          <p:cNvSpPr>
            <a:spLocks noGrp="1"/>
          </p:cNvSpPr>
          <p:nvPr>
            <p:ph type="pic" idx="1"/>
          </p:nvPr>
        </p:nvSpPr>
        <p:spPr>
          <a:xfrm>
            <a:off x="-5790" y="2254250"/>
            <a:ext cx="2282825" cy="333851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32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112776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6" name="Text Placeholder 3"/>
          <p:cNvSpPr>
            <a:spLocks noGrp="1"/>
          </p:cNvSpPr>
          <p:nvPr>
            <p:ph type="body" sz="half" idx="11"/>
          </p:nvPr>
        </p:nvSpPr>
        <p:spPr>
          <a:xfrm>
            <a:off x="2295144" y="1545146"/>
            <a:ext cx="3182111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2" name="Text Placeholder 3"/>
          <p:cNvSpPr>
            <a:spLocks noGrp="1"/>
          </p:cNvSpPr>
          <p:nvPr>
            <p:ph type="body" sz="half" idx="13"/>
          </p:nvPr>
        </p:nvSpPr>
        <p:spPr>
          <a:xfrm>
            <a:off x="5669280" y="1545146"/>
            <a:ext cx="3236976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2295144" y="2413826"/>
            <a:ext cx="3191256" cy="713422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5678424" y="2413826"/>
            <a:ext cx="3227832" cy="713422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5" name="Text Placeholder 3"/>
          <p:cNvSpPr>
            <a:spLocks noGrp="1"/>
          </p:cNvSpPr>
          <p:nvPr>
            <p:ph type="body" sz="half" idx="21"/>
          </p:nvPr>
        </p:nvSpPr>
        <p:spPr>
          <a:xfrm>
            <a:off x="109728" y="1545146"/>
            <a:ext cx="1920240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117ABE94-BD4D-4F7A-9911-74B8E3E5D584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06122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 flipV="1">
            <a:off x="2281238" y="1457322"/>
            <a:ext cx="6862762" cy="796925"/>
          </a:xfrm>
          <a:prstGeom prst="rect">
            <a:avLst/>
          </a:prstGeom>
          <a:solidFill>
            <a:srgbClr val="B36005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 userDrawn="1"/>
        </p:nvSpPr>
        <p:spPr>
          <a:xfrm flipV="1">
            <a:off x="2281238" y="2254250"/>
            <a:ext cx="6862762" cy="3403600"/>
          </a:xfrm>
          <a:prstGeom prst="rect">
            <a:avLst/>
          </a:prstGeom>
          <a:solidFill>
            <a:srgbClr val="FAB16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-9525" y="1457325"/>
            <a:ext cx="2286000" cy="796925"/>
          </a:xfrm>
          <a:prstGeom prst="rect">
            <a:avLst/>
          </a:prstGeom>
          <a:solidFill>
            <a:srgbClr val="B36005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Rectangle 13"/>
          <p:cNvSpPr/>
          <p:nvPr userDrawn="1"/>
        </p:nvSpPr>
        <p:spPr>
          <a:xfrm>
            <a:off x="0" y="5591175"/>
            <a:ext cx="9139238" cy="71438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0" y="687388"/>
            <a:ext cx="9144000" cy="771525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grpSp>
        <p:nvGrpSpPr>
          <p:cNvPr id="2" name="Group 42"/>
          <p:cNvGrpSpPr>
            <a:grpSpLocks/>
          </p:cNvGrpSpPr>
          <p:nvPr userDrawn="1"/>
        </p:nvGrpSpPr>
        <p:grpSpPr bwMode="auto">
          <a:xfrm>
            <a:off x="1827213" y="1611313"/>
            <a:ext cx="371475" cy="266700"/>
            <a:chOff x="1104900" y="1885950"/>
            <a:chExt cx="371475" cy="266700"/>
          </a:xfrm>
        </p:grpSpPr>
        <p:sp>
          <p:nvSpPr>
            <p:cNvPr id="17" name="Isosceles Triangle 16"/>
            <p:cNvSpPr/>
            <p:nvPr userDrawn="1"/>
          </p:nvSpPr>
          <p:spPr>
            <a:xfrm rot="5400000">
              <a:off x="1047750" y="1943100"/>
              <a:ext cx="266700" cy="152400"/>
            </a:xfrm>
            <a:prstGeom prst="triangle">
              <a:avLst/>
            </a:prstGeom>
            <a:solidFill>
              <a:srgbClr val="9F560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8" name="Isosceles Triangle 17"/>
            <p:cNvSpPr/>
            <p:nvPr userDrawn="1"/>
          </p:nvSpPr>
          <p:spPr>
            <a:xfrm rot="5400000">
              <a:off x="1157287" y="1943100"/>
              <a:ext cx="266700" cy="152400"/>
            </a:xfrm>
            <a:prstGeom prst="triangle">
              <a:avLst/>
            </a:prstGeom>
            <a:solidFill>
              <a:srgbClr val="B3600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9" name="Isosceles Triangle 18"/>
            <p:cNvSpPr/>
            <p:nvPr userDrawn="1"/>
          </p:nvSpPr>
          <p:spPr>
            <a:xfrm rot="5400000">
              <a:off x="1266825" y="1943100"/>
              <a:ext cx="266700" cy="152400"/>
            </a:xfrm>
            <a:prstGeom prst="triangle">
              <a:avLst/>
            </a:prstGeom>
            <a:solidFill>
              <a:srgbClr val="B36005">
                <a:alpha val="7607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47" name="Picture Placeholder 2"/>
          <p:cNvSpPr>
            <a:spLocks noGrp="1"/>
          </p:cNvSpPr>
          <p:nvPr>
            <p:ph type="pic" idx="1"/>
          </p:nvPr>
        </p:nvSpPr>
        <p:spPr>
          <a:xfrm>
            <a:off x="-5790" y="2254250"/>
            <a:ext cx="2282825" cy="333851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32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112776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6" name="Text Placeholder 3"/>
          <p:cNvSpPr>
            <a:spLocks noGrp="1"/>
          </p:cNvSpPr>
          <p:nvPr>
            <p:ph type="body" sz="half" idx="11"/>
          </p:nvPr>
        </p:nvSpPr>
        <p:spPr>
          <a:xfrm>
            <a:off x="2295144" y="1545146"/>
            <a:ext cx="6620256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2295144" y="2413826"/>
            <a:ext cx="6620256" cy="2714228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45" name="Text Placeholder 3"/>
          <p:cNvSpPr>
            <a:spLocks noGrp="1"/>
          </p:cNvSpPr>
          <p:nvPr>
            <p:ph type="body" sz="half" idx="21"/>
          </p:nvPr>
        </p:nvSpPr>
        <p:spPr>
          <a:xfrm>
            <a:off x="109728" y="1545146"/>
            <a:ext cx="1920240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117ABE94-BD4D-4F7A-9911-74B8E3E5D584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99779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 userDrawn="1"/>
        </p:nvSpPr>
        <p:spPr>
          <a:xfrm flipV="1">
            <a:off x="6843103" y="1457323"/>
            <a:ext cx="2300897" cy="796925"/>
          </a:xfrm>
          <a:prstGeom prst="rect">
            <a:avLst/>
          </a:prstGeom>
          <a:solidFill>
            <a:srgbClr val="B36005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 userDrawn="1"/>
        </p:nvSpPr>
        <p:spPr>
          <a:xfrm flipV="1">
            <a:off x="4568827" y="1457320"/>
            <a:ext cx="2273876" cy="796925"/>
          </a:xfrm>
          <a:prstGeom prst="rect">
            <a:avLst/>
          </a:prstGeom>
          <a:solidFill>
            <a:srgbClr val="B36005">
              <a:alpha val="7607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 flipV="1">
            <a:off x="2281238" y="1457325"/>
            <a:ext cx="2287567" cy="796925"/>
          </a:xfrm>
          <a:prstGeom prst="rect">
            <a:avLst/>
          </a:prstGeom>
          <a:solidFill>
            <a:srgbClr val="B36005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 userDrawn="1"/>
        </p:nvSpPr>
        <p:spPr>
          <a:xfrm flipV="1">
            <a:off x="2281238" y="2254250"/>
            <a:ext cx="2290762" cy="3403600"/>
          </a:xfrm>
          <a:prstGeom prst="rect">
            <a:avLst/>
          </a:prstGeom>
          <a:solidFill>
            <a:srgbClr val="FAB16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 flipV="1">
            <a:off x="4568827" y="2254250"/>
            <a:ext cx="2273876" cy="3403600"/>
          </a:xfrm>
          <a:prstGeom prst="rect">
            <a:avLst/>
          </a:prstGeom>
          <a:solidFill>
            <a:srgbClr val="FAB160">
              <a:alpha val="4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-9525" y="1457325"/>
            <a:ext cx="2286000" cy="796925"/>
          </a:xfrm>
          <a:prstGeom prst="rect">
            <a:avLst/>
          </a:prstGeom>
          <a:solidFill>
            <a:srgbClr val="B36005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Rectangle 13"/>
          <p:cNvSpPr/>
          <p:nvPr userDrawn="1"/>
        </p:nvSpPr>
        <p:spPr>
          <a:xfrm>
            <a:off x="0" y="5591175"/>
            <a:ext cx="9139238" cy="71438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0" y="687388"/>
            <a:ext cx="9144000" cy="771525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grpSp>
        <p:nvGrpSpPr>
          <p:cNvPr id="2" name="Group 42"/>
          <p:cNvGrpSpPr>
            <a:grpSpLocks/>
          </p:cNvGrpSpPr>
          <p:nvPr userDrawn="1"/>
        </p:nvGrpSpPr>
        <p:grpSpPr bwMode="auto">
          <a:xfrm>
            <a:off x="1827213" y="1611313"/>
            <a:ext cx="371475" cy="266700"/>
            <a:chOff x="1104900" y="1885950"/>
            <a:chExt cx="371475" cy="266700"/>
          </a:xfrm>
        </p:grpSpPr>
        <p:sp>
          <p:nvSpPr>
            <p:cNvPr id="17" name="Isosceles Triangle 16"/>
            <p:cNvSpPr/>
            <p:nvPr userDrawn="1"/>
          </p:nvSpPr>
          <p:spPr>
            <a:xfrm rot="5400000">
              <a:off x="1047750" y="1943100"/>
              <a:ext cx="266700" cy="152400"/>
            </a:xfrm>
            <a:prstGeom prst="triangle">
              <a:avLst/>
            </a:prstGeom>
            <a:solidFill>
              <a:srgbClr val="9F560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8" name="Isosceles Triangle 17"/>
            <p:cNvSpPr/>
            <p:nvPr userDrawn="1"/>
          </p:nvSpPr>
          <p:spPr>
            <a:xfrm rot="5400000">
              <a:off x="1157287" y="1943100"/>
              <a:ext cx="266700" cy="152400"/>
            </a:xfrm>
            <a:prstGeom prst="triangle">
              <a:avLst/>
            </a:prstGeom>
            <a:solidFill>
              <a:srgbClr val="B3600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9" name="Isosceles Triangle 18"/>
            <p:cNvSpPr/>
            <p:nvPr userDrawn="1"/>
          </p:nvSpPr>
          <p:spPr>
            <a:xfrm rot="5400000">
              <a:off x="1266825" y="1943100"/>
              <a:ext cx="266700" cy="152400"/>
            </a:xfrm>
            <a:prstGeom prst="triangle">
              <a:avLst/>
            </a:prstGeom>
            <a:solidFill>
              <a:srgbClr val="B36005">
                <a:alpha val="7607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47" name="Picture Placeholder 2"/>
          <p:cNvSpPr>
            <a:spLocks noGrp="1"/>
          </p:cNvSpPr>
          <p:nvPr userDrawn="1">
            <p:ph type="pic" idx="1"/>
          </p:nvPr>
        </p:nvSpPr>
        <p:spPr>
          <a:xfrm>
            <a:off x="-5790" y="2254250"/>
            <a:ext cx="2282825" cy="333851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32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28" name="Title 1"/>
          <p:cNvSpPr>
            <a:spLocks noGrp="1"/>
          </p:cNvSpPr>
          <p:nvPr userDrawn="1">
            <p:ph type="title"/>
          </p:nvPr>
        </p:nvSpPr>
        <p:spPr>
          <a:xfrm>
            <a:off x="112776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6" name="Text Placeholder 3"/>
          <p:cNvSpPr>
            <a:spLocks noGrp="1"/>
          </p:cNvSpPr>
          <p:nvPr userDrawn="1">
            <p:ph type="body" sz="half" idx="11"/>
          </p:nvPr>
        </p:nvSpPr>
        <p:spPr>
          <a:xfrm>
            <a:off x="2295145" y="1545146"/>
            <a:ext cx="2276856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2" name="Text Placeholder 3"/>
          <p:cNvSpPr>
            <a:spLocks noGrp="1"/>
          </p:cNvSpPr>
          <p:nvPr userDrawn="1">
            <p:ph type="body" sz="half" idx="13"/>
          </p:nvPr>
        </p:nvSpPr>
        <p:spPr>
          <a:xfrm>
            <a:off x="4561205" y="1545146"/>
            <a:ext cx="2134870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 userDrawn="1">
            <p:ph type="body" sz="half" idx="18"/>
          </p:nvPr>
        </p:nvSpPr>
        <p:spPr>
          <a:xfrm>
            <a:off x="2295144" y="2413825"/>
            <a:ext cx="2276856" cy="2129599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24" name="Text Placeholder 3"/>
          <p:cNvSpPr>
            <a:spLocks noGrp="1"/>
          </p:cNvSpPr>
          <p:nvPr userDrawn="1">
            <p:ph type="body" sz="half" idx="19"/>
          </p:nvPr>
        </p:nvSpPr>
        <p:spPr>
          <a:xfrm>
            <a:off x="4551299" y="2413825"/>
            <a:ext cx="2316226" cy="2301049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45" name="Text Placeholder 3"/>
          <p:cNvSpPr>
            <a:spLocks noGrp="1"/>
          </p:cNvSpPr>
          <p:nvPr userDrawn="1">
            <p:ph type="body" sz="half" idx="21"/>
          </p:nvPr>
        </p:nvSpPr>
        <p:spPr>
          <a:xfrm>
            <a:off x="109728" y="1545146"/>
            <a:ext cx="1920240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Slide Number Placeholder 5"/>
          <p:cNvSpPr>
            <a:spLocks noGrp="1"/>
          </p:cNvSpPr>
          <p:nvPr userDrawn="1">
            <p:ph type="sldNum" sz="quarter" idx="22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117ABE94-BD4D-4F7A-9911-74B8E3E5D584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26" name="Text Placeholder 3"/>
          <p:cNvSpPr>
            <a:spLocks noGrp="1"/>
          </p:cNvSpPr>
          <p:nvPr userDrawn="1">
            <p:ph type="body" sz="half" idx="23"/>
          </p:nvPr>
        </p:nvSpPr>
        <p:spPr>
          <a:xfrm>
            <a:off x="6850379" y="1545146"/>
            <a:ext cx="2134870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27" name="Text Placeholder 3"/>
          <p:cNvSpPr>
            <a:spLocks noGrp="1"/>
          </p:cNvSpPr>
          <p:nvPr userDrawn="1">
            <p:ph type="body" sz="half" idx="24"/>
          </p:nvPr>
        </p:nvSpPr>
        <p:spPr>
          <a:xfrm>
            <a:off x="6840473" y="2413825"/>
            <a:ext cx="2316226" cy="2301049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30" name="Rectangle 29"/>
          <p:cNvSpPr/>
          <p:nvPr userDrawn="1"/>
        </p:nvSpPr>
        <p:spPr>
          <a:xfrm flipV="1">
            <a:off x="6847114" y="2254250"/>
            <a:ext cx="2296886" cy="3403600"/>
          </a:xfrm>
          <a:prstGeom prst="rect">
            <a:avLst/>
          </a:prstGeom>
          <a:solidFill>
            <a:srgbClr val="FAB16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74677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 flipV="1">
            <a:off x="2281238" y="1457325"/>
            <a:ext cx="3409950" cy="796925"/>
          </a:xfrm>
          <a:prstGeom prst="rect">
            <a:avLst/>
          </a:prstGeom>
          <a:solidFill>
            <a:srgbClr val="0075B0">
              <a:alpha val="6705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 userDrawn="1"/>
        </p:nvSpPr>
        <p:spPr>
          <a:xfrm flipV="1">
            <a:off x="5695950" y="1457325"/>
            <a:ext cx="3457575" cy="796925"/>
          </a:xfrm>
          <a:prstGeom prst="rect">
            <a:avLst/>
          </a:prstGeom>
          <a:solidFill>
            <a:srgbClr val="0075B0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 userDrawn="1"/>
        </p:nvSpPr>
        <p:spPr>
          <a:xfrm flipV="1">
            <a:off x="2281238" y="2254250"/>
            <a:ext cx="3414712" cy="3403600"/>
          </a:xfrm>
          <a:prstGeom prst="rect">
            <a:avLst/>
          </a:prstGeom>
          <a:solidFill>
            <a:srgbClr val="69CAFB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 flipV="1">
            <a:off x="5695950" y="2254250"/>
            <a:ext cx="3457575" cy="3403600"/>
          </a:xfrm>
          <a:prstGeom prst="rect">
            <a:avLst/>
          </a:prstGeom>
          <a:solidFill>
            <a:srgbClr val="69CAFB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-9525" y="1457325"/>
            <a:ext cx="2286000" cy="796925"/>
          </a:xfrm>
          <a:prstGeom prst="rect">
            <a:avLst/>
          </a:prstGeom>
          <a:solidFill>
            <a:srgbClr val="0075B0">
              <a:alpha val="8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Rectangle 13"/>
          <p:cNvSpPr/>
          <p:nvPr userDrawn="1"/>
        </p:nvSpPr>
        <p:spPr>
          <a:xfrm>
            <a:off x="0" y="5591175"/>
            <a:ext cx="9139238" cy="71438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0" y="687388"/>
            <a:ext cx="9144000" cy="771525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grpSp>
        <p:nvGrpSpPr>
          <p:cNvPr id="16" name="Group 26"/>
          <p:cNvGrpSpPr>
            <a:grpSpLocks/>
          </p:cNvGrpSpPr>
          <p:nvPr userDrawn="1"/>
        </p:nvGrpSpPr>
        <p:grpSpPr bwMode="auto">
          <a:xfrm>
            <a:off x="1825625" y="1604963"/>
            <a:ext cx="352425" cy="266700"/>
            <a:chOff x="1190625" y="1876425"/>
            <a:chExt cx="352425" cy="266700"/>
          </a:xfrm>
        </p:grpSpPr>
        <p:sp>
          <p:nvSpPr>
            <p:cNvPr id="17" name="Isosceles Triangle 16"/>
            <p:cNvSpPr/>
            <p:nvPr/>
          </p:nvSpPr>
          <p:spPr>
            <a:xfrm rot="5400000">
              <a:off x="1133475" y="1933575"/>
              <a:ext cx="266700" cy="152400"/>
            </a:xfrm>
            <a:prstGeom prst="triangle">
              <a:avLst/>
            </a:prstGeom>
            <a:solidFill>
              <a:srgbClr val="006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8" name="Isosceles Triangle 17"/>
            <p:cNvSpPr/>
            <p:nvPr/>
          </p:nvSpPr>
          <p:spPr>
            <a:xfrm rot="5400000">
              <a:off x="1233488" y="1933575"/>
              <a:ext cx="266700" cy="152400"/>
            </a:xfrm>
            <a:prstGeom prst="triangle">
              <a:avLst/>
            </a:prstGeom>
            <a:solidFill>
              <a:srgbClr val="0075B0">
                <a:alpha val="7607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9" name="Isosceles Triangle 18"/>
            <p:cNvSpPr/>
            <p:nvPr/>
          </p:nvSpPr>
          <p:spPr>
            <a:xfrm rot="5400000">
              <a:off x="1333500" y="1933575"/>
              <a:ext cx="266700" cy="152400"/>
            </a:xfrm>
            <a:prstGeom prst="triangle">
              <a:avLst/>
            </a:prstGeom>
            <a:solidFill>
              <a:srgbClr val="0075B0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47" name="Picture Placeholder 2"/>
          <p:cNvSpPr>
            <a:spLocks noGrp="1"/>
          </p:cNvSpPr>
          <p:nvPr>
            <p:ph type="pic" idx="1"/>
          </p:nvPr>
        </p:nvSpPr>
        <p:spPr>
          <a:xfrm>
            <a:off x="-5790" y="2254250"/>
            <a:ext cx="2282825" cy="333851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32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112776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6" name="Text Placeholder 3"/>
          <p:cNvSpPr>
            <a:spLocks noGrp="1"/>
          </p:cNvSpPr>
          <p:nvPr>
            <p:ph type="body" sz="half" idx="11"/>
          </p:nvPr>
        </p:nvSpPr>
        <p:spPr>
          <a:xfrm>
            <a:off x="2295144" y="1545146"/>
            <a:ext cx="3182111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2" name="Text Placeholder 3"/>
          <p:cNvSpPr>
            <a:spLocks noGrp="1"/>
          </p:cNvSpPr>
          <p:nvPr>
            <p:ph type="body" sz="half" idx="13"/>
          </p:nvPr>
        </p:nvSpPr>
        <p:spPr>
          <a:xfrm>
            <a:off x="5669280" y="1545146"/>
            <a:ext cx="3236976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2295144" y="2413826"/>
            <a:ext cx="3191256" cy="713422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5678424" y="2413826"/>
            <a:ext cx="3227832" cy="713422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5" name="Text Placeholder 3"/>
          <p:cNvSpPr>
            <a:spLocks noGrp="1"/>
          </p:cNvSpPr>
          <p:nvPr>
            <p:ph type="body" sz="half" idx="21"/>
          </p:nvPr>
        </p:nvSpPr>
        <p:spPr>
          <a:xfrm>
            <a:off x="109728" y="1545146"/>
            <a:ext cx="1920240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13A04E20-3594-43C5-80A7-0C1B0EF24138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66787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5600700"/>
            <a:ext cx="9139238" cy="71438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0" y="687388"/>
            <a:ext cx="9144000" cy="771525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-6350" y="1457325"/>
            <a:ext cx="9144000" cy="79692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/>
          <p:nvPr userDrawn="1"/>
        </p:nvSpPr>
        <p:spPr>
          <a:xfrm flipV="1">
            <a:off x="2270125" y="2254250"/>
            <a:ext cx="6873875" cy="3403600"/>
          </a:xfrm>
          <a:prstGeom prst="rect">
            <a:avLst/>
          </a:prstGeom>
          <a:solidFill>
            <a:srgbClr val="CCFF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47" name="Picture Placeholder 2"/>
          <p:cNvSpPr>
            <a:spLocks noGrp="1"/>
          </p:cNvSpPr>
          <p:nvPr>
            <p:ph type="pic" idx="1"/>
          </p:nvPr>
        </p:nvSpPr>
        <p:spPr>
          <a:xfrm>
            <a:off x="0" y="2259106"/>
            <a:ext cx="2282825" cy="334102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32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112776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2295144" y="2413826"/>
            <a:ext cx="3191256" cy="713422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45" name="Text Placeholder 3"/>
          <p:cNvSpPr>
            <a:spLocks noGrp="1"/>
          </p:cNvSpPr>
          <p:nvPr>
            <p:ph type="body" sz="half" idx="21"/>
          </p:nvPr>
        </p:nvSpPr>
        <p:spPr>
          <a:xfrm>
            <a:off x="109728" y="1545146"/>
            <a:ext cx="1920240" cy="642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246E9C9C-412F-4BFD-9C14-EA60036D878B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grpSp>
        <p:nvGrpSpPr>
          <p:cNvPr id="15" name="Group 26"/>
          <p:cNvGrpSpPr>
            <a:grpSpLocks/>
          </p:cNvGrpSpPr>
          <p:nvPr userDrawn="1"/>
        </p:nvGrpSpPr>
        <p:grpSpPr bwMode="auto">
          <a:xfrm>
            <a:off x="228600" y="1857376"/>
            <a:ext cx="352425" cy="266700"/>
            <a:chOff x="1190625" y="1876425"/>
            <a:chExt cx="352425" cy="266700"/>
          </a:xfrm>
        </p:grpSpPr>
        <p:sp>
          <p:nvSpPr>
            <p:cNvPr id="16" name="Isosceles Triangle 15"/>
            <p:cNvSpPr/>
            <p:nvPr/>
          </p:nvSpPr>
          <p:spPr>
            <a:xfrm rot="5400000">
              <a:off x="1133475" y="1933575"/>
              <a:ext cx="266700" cy="152400"/>
            </a:xfrm>
            <a:prstGeom prst="triangle">
              <a:avLst/>
            </a:prstGeom>
            <a:solidFill>
              <a:srgbClr val="006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7" name="Isosceles Triangle 16"/>
            <p:cNvSpPr/>
            <p:nvPr/>
          </p:nvSpPr>
          <p:spPr>
            <a:xfrm rot="5400000">
              <a:off x="1233488" y="1933575"/>
              <a:ext cx="266700" cy="152400"/>
            </a:xfrm>
            <a:prstGeom prst="triangle">
              <a:avLst/>
            </a:prstGeom>
            <a:solidFill>
              <a:srgbClr val="0075B0">
                <a:alpha val="7607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8" name="Isosceles Triangle 17"/>
            <p:cNvSpPr/>
            <p:nvPr/>
          </p:nvSpPr>
          <p:spPr>
            <a:xfrm rot="5400000">
              <a:off x="1333500" y="1933575"/>
              <a:ext cx="266700" cy="152400"/>
            </a:xfrm>
            <a:prstGeom prst="triangle">
              <a:avLst/>
            </a:prstGeom>
            <a:solidFill>
              <a:srgbClr val="0075B0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686863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 flipV="1">
            <a:off x="2286000" y="2259013"/>
            <a:ext cx="6858000" cy="3341687"/>
          </a:xfrm>
          <a:prstGeom prst="rect">
            <a:avLst/>
          </a:prstGeom>
          <a:solidFill>
            <a:srgbClr val="65C9FB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0" y="687388"/>
            <a:ext cx="9144000" cy="771525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5591175"/>
            <a:ext cx="9139238" cy="71438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-6350" y="1457325"/>
            <a:ext cx="9144000" cy="79692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Picture Placeholder 2"/>
          <p:cNvSpPr>
            <a:spLocks noGrp="1"/>
          </p:cNvSpPr>
          <p:nvPr>
            <p:ph type="pic" idx="1"/>
          </p:nvPr>
        </p:nvSpPr>
        <p:spPr>
          <a:xfrm>
            <a:off x="0" y="2259106"/>
            <a:ext cx="2282825" cy="33375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32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112776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2295144" y="2413826"/>
            <a:ext cx="3191256" cy="713422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5" name="Text Placeholder 3"/>
          <p:cNvSpPr>
            <a:spLocks noGrp="1"/>
          </p:cNvSpPr>
          <p:nvPr>
            <p:ph type="body" sz="half" idx="21"/>
          </p:nvPr>
        </p:nvSpPr>
        <p:spPr>
          <a:xfrm>
            <a:off x="109728" y="1545146"/>
            <a:ext cx="1920240" cy="642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CED33EE6-7C57-4458-AD0E-18CB9D07BEA4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5621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4652963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1520825" y="4652963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7" name="Title 1"/>
          <p:cNvSpPr>
            <a:spLocks noGrp="1"/>
          </p:cNvSpPr>
          <p:nvPr>
            <p:ph type="title"/>
          </p:nvPr>
        </p:nvSpPr>
        <p:spPr>
          <a:xfrm>
            <a:off x="1658112" y="5088256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32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FFD8EFA2-D5C0-49BB-92A1-10F9860307CA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64" y="120087"/>
            <a:ext cx="1546985" cy="43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2686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/>
          <p:cNvPicPr>
            <a:picLocks noChangeAspect="1" noChangeArrowheads="1"/>
          </p:cNvPicPr>
          <p:nvPr userDrawn="1"/>
        </p:nvPicPr>
        <p:blipFill>
          <a:blip r:embed="rId2">
            <a:lum bright="2000" contrast="-10000"/>
          </a:blip>
          <a:stretch>
            <a:fillRect/>
          </a:stretch>
        </p:blipFill>
        <p:spPr bwMode="auto">
          <a:xfrm>
            <a:off x="0" y="695325"/>
            <a:ext cx="9142413" cy="6162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 userDrawn="1"/>
        </p:nvSpPr>
        <p:spPr>
          <a:xfrm>
            <a:off x="0" y="4652963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1520825" y="4652963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Footer Placeholder 3"/>
          <p:cNvSpPr txBox="1">
            <a:spLocks noGrp="1"/>
          </p:cNvSpPr>
          <p:nvPr userDrawn="1"/>
        </p:nvSpPr>
        <p:spPr bwMode="auto">
          <a:xfrm>
            <a:off x="3733800" y="6497638"/>
            <a:ext cx="526732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50" dirty="0">
                <a:solidFill>
                  <a:prstClr val="black"/>
                </a:solidFill>
                <a:latin typeface="Kozuka Gothic Pro M" pitchFamily="34" charset="-128"/>
              </a:rPr>
              <a:t> </a:t>
            </a:r>
            <a:r>
              <a:rPr lang="en-US" sz="650" dirty="0">
                <a:solidFill>
                  <a:prstClr val="black">
                    <a:lumMod val="85000"/>
                    <a:lumOff val="15000"/>
                  </a:prstClr>
                </a:solidFill>
                <a:latin typeface="Microsoft Sans Serif" pitchFamily="34" charset="0"/>
                <a:cs typeface="Microsoft Sans Serif" pitchFamily="34" charset="0"/>
              </a:rPr>
              <a:t>Copyright © </a:t>
            </a:r>
            <a:r>
              <a:rPr lang="en-US" sz="65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Microsoft Sans Serif" pitchFamily="34" charset="0"/>
                <a:cs typeface="Microsoft Sans Serif" pitchFamily="34" charset="0"/>
              </a:rPr>
              <a:t>2014. </a:t>
            </a:r>
            <a:r>
              <a:rPr lang="en-US" sz="650" dirty="0">
                <a:solidFill>
                  <a:prstClr val="black">
                    <a:lumMod val="85000"/>
                    <a:lumOff val="15000"/>
                  </a:prstClr>
                </a:solidFill>
                <a:latin typeface="Microsoft Sans Serif" pitchFamily="34" charset="0"/>
                <a:cs typeface="Microsoft Sans Serif" pitchFamily="34" charset="0"/>
              </a:rPr>
              <a:t>Cybage Software Pvt. Ltd. All Rights Reserved. Cybage Confidential.</a:t>
            </a:r>
          </a:p>
        </p:txBody>
      </p:sp>
      <p:sp>
        <p:nvSpPr>
          <p:cNvPr id="27" name="Title 1"/>
          <p:cNvSpPr>
            <a:spLocks noGrp="1"/>
          </p:cNvSpPr>
          <p:nvPr>
            <p:ph type="title"/>
          </p:nvPr>
        </p:nvSpPr>
        <p:spPr>
          <a:xfrm>
            <a:off x="1658112" y="5088256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32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64" y="120087"/>
            <a:ext cx="1546985" cy="43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9873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 userDrawn="1"/>
        </p:nvSpPr>
        <p:spPr bwMode="auto">
          <a:xfrm>
            <a:off x="133350" y="219075"/>
            <a:ext cx="1371600" cy="17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rgbClr val="0075B0"/>
                </a:solidFill>
                <a:latin typeface="Arial" pitchFamily="34" charset="0"/>
                <a:ea typeface="Kozuka Gothic Pro R" pitchFamily="34" charset="-128"/>
                <a:cs typeface="Arial" pitchFamily="34" charset="0"/>
              </a:rPr>
              <a:t>www.cybage.com</a:t>
            </a: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E5B91157-3A67-4D69-92D0-E45F7027771D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80169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 userDrawn="1"/>
        </p:nvSpPr>
        <p:spPr bwMode="auto">
          <a:xfrm>
            <a:off x="133350" y="219075"/>
            <a:ext cx="1371600" cy="17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rgbClr val="0075B0"/>
                </a:solidFill>
                <a:latin typeface="Arial" pitchFamily="34" charset="0"/>
                <a:ea typeface="Kozuka Gothic Pro R" pitchFamily="34" charset="-128"/>
                <a:cs typeface="Arial" pitchFamily="34" charset="0"/>
              </a:rPr>
              <a:t>www.cybage.com</a:t>
            </a: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71B71C40-8AE5-44C1-A7F2-C4A4C2202973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33927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2DF6B4-BDEC-47BC-85EB-20476B42CA93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44935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1D145F-67FE-45B7-9075-9F00B065E482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39833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3143"/>
            <a:ext cx="9144000" cy="6206774"/>
          </a:xfrm>
          <a:prstGeom prst="rect">
            <a:avLst/>
          </a:prstGeom>
        </p:spPr>
      </p:pic>
      <p:sp>
        <p:nvSpPr>
          <p:cNvPr id="4" name="Rectangle 3"/>
          <p:cNvSpPr/>
          <p:nvPr userDrawn="1"/>
        </p:nvSpPr>
        <p:spPr>
          <a:xfrm>
            <a:off x="0" y="2673350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1520825" y="2673350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1658112" y="3097887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320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E18FE941-9911-4D6C-9A25-EB86B7640D84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17304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2.xml"/><Relationship Id="rId18" Type="http://schemas.openxmlformats.org/officeDocument/2006/relationships/slideLayout" Target="../slideLayouts/slideLayout37.xml"/><Relationship Id="rId26" Type="http://schemas.openxmlformats.org/officeDocument/2006/relationships/slideLayout" Target="../slideLayouts/slideLayout45.xml"/><Relationship Id="rId21" Type="http://schemas.openxmlformats.org/officeDocument/2006/relationships/slideLayout" Target="../slideLayouts/slideLayout40.xml"/><Relationship Id="rId34" Type="http://schemas.openxmlformats.org/officeDocument/2006/relationships/slideLayout" Target="../slideLayouts/slideLayout53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6.xml"/><Relationship Id="rId25" Type="http://schemas.openxmlformats.org/officeDocument/2006/relationships/slideLayout" Target="../slideLayouts/slideLayout44.xml"/><Relationship Id="rId33" Type="http://schemas.openxmlformats.org/officeDocument/2006/relationships/slideLayout" Target="../slideLayouts/slideLayout52.xml"/><Relationship Id="rId2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35.xml"/><Relationship Id="rId20" Type="http://schemas.openxmlformats.org/officeDocument/2006/relationships/slideLayout" Target="../slideLayouts/slideLayout39.xml"/><Relationship Id="rId29" Type="http://schemas.openxmlformats.org/officeDocument/2006/relationships/slideLayout" Target="../slideLayouts/slideLayout48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24" Type="http://schemas.openxmlformats.org/officeDocument/2006/relationships/slideLayout" Target="../slideLayouts/slideLayout43.xml"/><Relationship Id="rId32" Type="http://schemas.openxmlformats.org/officeDocument/2006/relationships/slideLayout" Target="../slideLayouts/slideLayout51.xml"/><Relationship Id="rId37" Type="http://schemas.openxmlformats.org/officeDocument/2006/relationships/image" Target="../media/image1.png"/><Relationship Id="rId5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4.xml"/><Relationship Id="rId23" Type="http://schemas.openxmlformats.org/officeDocument/2006/relationships/slideLayout" Target="../slideLayouts/slideLayout42.xml"/><Relationship Id="rId28" Type="http://schemas.openxmlformats.org/officeDocument/2006/relationships/slideLayout" Target="../slideLayouts/slideLayout47.xml"/><Relationship Id="rId36" Type="http://schemas.openxmlformats.org/officeDocument/2006/relationships/theme" Target="../theme/theme2.xml"/><Relationship Id="rId10" Type="http://schemas.openxmlformats.org/officeDocument/2006/relationships/slideLayout" Target="../slideLayouts/slideLayout29.xml"/><Relationship Id="rId19" Type="http://schemas.openxmlformats.org/officeDocument/2006/relationships/slideLayout" Target="../slideLayouts/slideLayout38.xml"/><Relationship Id="rId31" Type="http://schemas.openxmlformats.org/officeDocument/2006/relationships/slideLayout" Target="../slideLayouts/slideLayout50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33.xml"/><Relationship Id="rId22" Type="http://schemas.openxmlformats.org/officeDocument/2006/relationships/slideLayout" Target="../slideLayouts/slideLayout41.xml"/><Relationship Id="rId27" Type="http://schemas.openxmlformats.org/officeDocument/2006/relationships/slideLayout" Target="../slideLayouts/slideLayout46.xml"/><Relationship Id="rId30" Type="http://schemas.openxmlformats.org/officeDocument/2006/relationships/slideLayout" Target="../slideLayouts/slideLayout49.xml"/><Relationship Id="rId35" Type="http://schemas.openxmlformats.org/officeDocument/2006/relationships/slideLayout" Target="../slideLayouts/slideLayout54.xml"/><Relationship Id="rId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7.xml"/><Relationship Id="rId18" Type="http://schemas.openxmlformats.org/officeDocument/2006/relationships/slideLayout" Target="../slideLayouts/slideLayout72.xml"/><Relationship Id="rId26" Type="http://schemas.openxmlformats.org/officeDocument/2006/relationships/slideLayout" Target="../slideLayouts/slideLayout80.xml"/><Relationship Id="rId21" Type="http://schemas.openxmlformats.org/officeDocument/2006/relationships/slideLayout" Target="../slideLayouts/slideLayout75.xml"/><Relationship Id="rId34" Type="http://schemas.openxmlformats.org/officeDocument/2006/relationships/slideLayout" Target="../slideLayouts/slideLayout88.xml"/><Relationship Id="rId7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66.xml"/><Relationship Id="rId17" Type="http://schemas.openxmlformats.org/officeDocument/2006/relationships/slideLayout" Target="../slideLayouts/slideLayout71.xml"/><Relationship Id="rId25" Type="http://schemas.openxmlformats.org/officeDocument/2006/relationships/slideLayout" Target="../slideLayouts/slideLayout79.xml"/><Relationship Id="rId33" Type="http://schemas.openxmlformats.org/officeDocument/2006/relationships/slideLayout" Target="../slideLayouts/slideLayout87.xml"/><Relationship Id="rId2" Type="http://schemas.openxmlformats.org/officeDocument/2006/relationships/slideLayout" Target="../slideLayouts/slideLayout56.xml"/><Relationship Id="rId16" Type="http://schemas.openxmlformats.org/officeDocument/2006/relationships/slideLayout" Target="../slideLayouts/slideLayout70.xml"/><Relationship Id="rId20" Type="http://schemas.openxmlformats.org/officeDocument/2006/relationships/slideLayout" Target="../slideLayouts/slideLayout74.xml"/><Relationship Id="rId29" Type="http://schemas.openxmlformats.org/officeDocument/2006/relationships/slideLayout" Target="../slideLayouts/slideLayout83.xml"/><Relationship Id="rId1" Type="http://schemas.openxmlformats.org/officeDocument/2006/relationships/slideLayout" Target="../slideLayouts/slideLayout55.xml"/><Relationship Id="rId6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5.xml"/><Relationship Id="rId24" Type="http://schemas.openxmlformats.org/officeDocument/2006/relationships/slideLayout" Target="../slideLayouts/slideLayout78.xml"/><Relationship Id="rId32" Type="http://schemas.openxmlformats.org/officeDocument/2006/relationships/slideLayout" Target="../slideLayouts/slideLayout86.xml"/><Relationship Id="rId37" Type="http://schemas.openxmlformats.org/officeDocument/2006/relationships/image" Target="../media/image1.png"/><Relationship Id="rId5" Type="http://schemas.openxmlformats.org/officeDocument/2006/relationships/slideLayout" Target="../slideLayouts/slideLayout59.xml"/><Relationship Id="rId15" Type="http://schemas.openxmlformats.org/officeDocument/2006/relationships/slideLayout" Target="../slideLayouts/slideLayout69.xml"/><Relationship Id="rId23" Type="http://schemas.openxmlformats.org/officeDocument/2006/relationships/slideLayout" Target="../slideLayouts/slideLayout77.xml"/><Relationship Id="rId28" Type="http://schemas.openxmlformats.org/officeDocument/2006/relationships/slideLayout" Target="../slideLayouts/slideLayout82.xml"/><Relationship Id="rId36" Type="http://schemas.openxmlformats.org/officeDocument/2006/relationships/theme" Target="../theme/theme3.xml"/><Relationship Id="rId10" Type="http://schemas.openxmlformats.org/officeDocument/2006/relationships/slideLayout" Target="../slideLayouts/slideLayout64.xml"/><Relationship Id="rId19" Type="http://schemas.openxmlformats.org/officeDocument/2006/relationships/slideLayout" Target="../slideLayouts/slideLayout73.xml"/><Relationship Id="rId31" Type="http://schemas.openxmlformats.org/officeDocument/2006/relationships/slideLayout" Target="../slideLayouts/slideLayout85.xml"/><Relationship Id="rId4" Type="http://schemas.openxmlformats.org/officeDocument/2006/relationships/slideLayout" Target="../slideLayouts/slideLayout58.xml"/><Relationship Id="rId9" Type="http://schemas.openxmlformats.org/officeDocument/2006/relationships/slideLayout" Target="../slideLayouts/slideLayout63.xml"/><Relationship Id="rId14" Type="http://schemas.openxmlformats.org/officeDocument/2006/relationships/slideLayout" Target="../slideLayouts/slideLayout68.xml"/><Relationship Id="rId22" Type="http://schemas.openxmlformats.org/officeDocument/2006/relationships/slideLayout" Target="../slideLayouts/slideLayout76.xml"/><Relationship Id="rId27" Type="http://schemas.openxmlformats.org/officeDocument/2006/relationships/slideLayout" Target="../slideLayouts/slideLayout81.xml"/><Relationship Id="rId30" Type="http://schemas.openxmlformats.org/officeDocument/2006/relationships/slideLayout" Target="../slideLayouts/slideLayout84.xml"/><Relationship Id="rId35" Type="http://schemas.openxmlformats.org/officeDocument/2006/relationships/slideLayout" Target="../slideLayouts/slideLayout89.xml"/><Relationship Id="rId8" Type="http://schemas.openxmlformats.org/officeDocument/2006/relationships/slideLayout" Target="../slideLayouts/slideLayout62.xml"/><Relationship Id="rId3" Type="http://schemas.openxmlformats.org/officeDocument/2006/relationships/slideLayout" Target="../slideLayouts/slideLayout5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27" name="Picture 2"/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9150" y="161925"/>
            <a:ext cx="1706563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Footer Placeholder 3"/>
          <p:cNvSpPr txBox="1">
            <a:spLocks noGrp="1"/>
          </p:cNvSpPr>
          <p:nvPr/>
        </p:nvSpPr>
        <p:spPr bwMode="auto">
          <a:xfrm>
            <a:off x="3733800" y="6497638"/>
            <a:ext cx="526732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50" dirty="0">
                <a:latin typeface="Kozuka Gothic Pro M" pitchFamily="34" charset="-128"/>
              </a:rPr>
              <a:t> </a:t>
            </a:r>
            <a:r>
              <a:rPr lang="en-US" sz="65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Copyright © 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2014. </a:t>
            </a:r>
            <a:r>
              <a:rPr lang="en-US" sz="65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Cybage Software Pvt. Ltd. All Rights Reserved. Cybage Confidential.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8588" y="6392863"/>
            <a:ext cx="4937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3E52AEF1-4D88-4F1B-8FD8-9E21E3DC6E9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57" r:id="rId1"/>
    <p:sldLayoutId id="2147484258" r:id="rId2"/>
    <p:sldLayoutId id="2147484259" r:id="rId3"/>
    <p:sldLayoutId id="2147484260" r:id="rId4"/>
    <p:sldLayoutId id="2147484261" r:id="rId5"/>
    <p:sldLayoutId id="2147484262" r:id="rId6"/>
    <p:sldLayoutId id="2147484263" r:id="rId7"/>
    <p:sldLayoutId id="2147484264" r:id="rId8"/>
    <p:sldLayoutId id="2147484265" r:id="rId9"/>
    <p:sldLayoutId id="2147484266" r:id="rId10"/>
    <p:sldLayoutId id="2147484267" r:id="rId11"/>
    <p:sldLayoutId id="2147484268" r:id="rId12"/>
    <p:sldLayoutId id="2147484269" r:id="rId13"/>
    <p:sldLayoutId id="2147484270" r:id="rId14"/>
    <p:sldLayoutId id="2147484271" r:id="rId15"/>
    <p:sldLayoutId id="2147484272" r:id="rId16"/>
    <p:sldLayoutId id="2147484273" r:id="rId17"/>
    <p:sldLayoutId id="2147484274" r:id="rId18"/>
    <p:sldLayoutId id="2147484348" r:id="rId19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4141"/>
            <a:ext cx="9144000" cy="685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Footer Placeholder 3"/>
          <p:cNvSpPr txBox="1">
            <a:spLocks noGrp="1"/>
          </p:cNvSpPr>
          <p:nvPr/>
        </p:nvSpPr>
        <p:spPr bwMode="auto">
          <a:xfrm>
            <a:off x="3733800" y="6497638"/>
            <a:ext cx="526732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50" dirty="0">
                <a:solidFill>
                  <a:prstClr val="black"/>
                </a:solidFill>
                <a:latin typeface="Kozuka Gothic Pro M" pitchFamily="34" charset="-128"/>
              </a:rPr>
              <a:t> </a:t>
            </a:r>
            <a:r>
              <a:rPr lang="en-US" sz="650" dirty="0">
                <a:solidFill>
                  <a:prstClr val="black">
                    <a:lumMod val="85000"/>
                    <a:lumOff val="15000"/>
                  </a:prstClr>
                </a:solidFill>
                <a:latin typeface="Microsoft Sans Serif" pitchFamily="34" charset="0"/>
                <a:cs typeface="Microsoft Sans Serif" pitchFamily="34" charset="0"/>
              </a:rPr>
              <a:t>Copyright © </a:t>
            </a:r>
            <a:r>
              <a:rPr lang="en-US" sz="65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Microsoft Sans Serif" pitchFamily="34" charset="0"/>
                <a:cs typeface="Microsoft Sans Serif" pitchFamily="34" charset="0"/>
              </a:rPr>
              <a:t>2014  </a:t>
            </a:r>
            <a:r>
              <a:rPr lang="en-US" sz="650" dirty="0">
                <a:solidFill>
                  <a:prstClr val="black">
                    <a:lumMod val="85000"/>
                    <a:lumOff val="15000"/>
                  </a:prstClr>
                </a:solidFill>
                <a:latin typeface="Microsoft Sans Serif" pitchFamily="34" charset="0"/>
                <a:cs typeface="Microsoft Sans Serif" pitchFamily="34" charset="0"/>
              </a:rPr>
              <a:t>Cybage Software Pvt. Ltd. All Rights Reserved. Cybage Confidential.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8588" y="6392863"/>
            <a:ext cx="4937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C3999953-0A0C-44B9-BA34-A2EF248FEBFE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7" name="Rectangle 2"/>
          <p:cNvSpPr>
            <a:spLocks noChangeArrowheads="1"/>
          </p:cNvSpPr>
          <p:nvPr userDrawn="1"/>
        </p:nvSpPr>
        <p:spPr bwMode="auto">
          <a:xfrm>
            <a:off x="133350" y="219075"/>
            <a:ext cx="1371600" cy="17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rgbClr val="0075B0"/>
                </a:solidFill>
                <a:latin typeface="Arial" pitchFamily="34" charset="0"/>
                <a:ea typeface="Kozuka Gothic Pro R" pitchFamily="34" charset="-128"/>
                <a:cs typeface="Arial" pitchFamily="34" charset="0"/>
              </a:rPr>
              <a:t>www.cybage.com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9150" y="161925"/>
            <a:ext cx="1706563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42847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76" r:id="rId1"/>
    <p:sldLayoutId id="2147484277" r:id="rId2"/>
    <p:sldLayoutId id="2147484278" r:id="rId3"/>
    <p:sldLayoutId id="2147484279" r:id="rId4"/>
    <p:sldLayoutId id="2147484280" r:id="rId5"/>
    <p:sldLayoutId id="2147484281" r:id="rId6"/>
    <p:sldLayoutId id="2147484282" r:id="rId7"/>
    <p:sldLayoutId id="2147484283" r:id="rId8"/>
    <p:sldLayoutId id="2147484284" r:id="rId9"/>
    <p:sldLayoutId id="2147484285" r:id="rId10"/>
    <p:sldLayoutId id="2147484286" r:id="rId11"/>
    <p:sldLayoutId id="2147484287" r:id="rId12"/>
    <p:sldLayoutId id="2147484288" r:id="rId13"/>
    <p:sldLayoutId id="2147484289" r:id="rId14"/>
    <p:sldLayoutId id="2147484290" r:id="rId15"/>
    <p:sldLayoutId id="2147484291" r:id="rId16"/>
    <p:sldLayoutId id="2147484292" r:id="rId17"/>
    <p:sldLayoutId id="2147484293" r:id="rId18"/>
    <p:sldLayoutId id="2147484294" r:id="rId19"/>
    <p:sldLayoutId id="2147484295" r:id="rId20"/>
    <p:sldLayoutId id="2147484296" r:id="rId21"/>
    <p:sldLayoutId id="2147484297" r:id="rId22"/>
    <p:sldLayoutId id="2147484298" r:id="rId23"/>
    <p:sldLayoutId id="2147484299" r:id="rId24"/>
    <p:sldLayoutId id="2147484300" r:id="rId25"/>
    <p:sldLayoutId id="2147484301" r:id="rId26"/>
    <p:sldLayoutId id="2147484302" r:id="rId27"/>
    <p:sldLayoutId id="2147484303" r:id="rId28"/>
    <p:sldLayoutId id="2147484304" r:id="rId29"/>
    <p:sldLayoutId id="2147484305" r:id="rId30"/>
    <p:sldLayoutId id="2147484306" r:id="rId31"/>
    <p:sldLayoutId id="2147484307" r:id="rId32"/>
    <p:sldLayoutId id="2147484308" r:id="rId33"/>
    <p:sldLayoutId id="2147484309" r:id="rId34"/>
    <p:sldLayoutId id="2147484310" r:id="rId35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4141"/>
            <a:ext cx="9144000" cy="685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Footer Placeholder 3"/>
          <p:cNvSpPr txBox="1">
            <a:spLocks noGrp="1"/>
          </p:cNvSpPr>
          <p:nvPr/>
        </p:nvSpPr>
        <p:spPr bwMode="auto">
          <a:xfrm>
            <a:off x="3733800" y="6497638"/>
            <a:ext cx="526732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50" dirty="0">
                <a:solidFill>
                  <a:prstClr val="black"/>
                </a:solidFill>
                <a:latin typeface="Kozuka Gothic Pro M" pitchFamily="34" charset="-128"/>
              </a:rPr>
              <a:t> </a:t>
            </a:r>
            <a:r>
              <a:rPr lang="en-US" sz="650" dirty="0">
                <a:solidFill>
                  <a:prstClr val="black">
                    <a:lumMod val="85000"/>
                    <a:lumOff val="15000"/>
                  </a:prstClr>
                </a:solidFill>
                <a:latin typeface="Microsoft Sans Serif" pitchFamily="34" charset="0"/>
                <a:cs typeface="Microsoft Sans Serif" pitchFamily="34" charset="0"/>
              </a:rPr>
              <a:t>Copyright © </a:t>
            </a:r>
            <a:r>
              <a:rPr lang="en-US" sz="65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Microsoft Sans Serif" pitchFamily="34" charset="0"/>
                <a:cs typeface="Microsoft Sans Serif" pitchFamily="34" charset="0"/>
              </a:rPr>
              <a:t>2014  </a:t>
            </a:r>
            <a:r>
              <a:rPr lang="en-US" sz="650" dirty="0">
                <a:solidFill>
                  <a:prstClr val="black">
                    <a:lumMod val="85000"/>
                    <a:lumOff val="15000"/>
                  </a:prstClr>
                </a:solidFill>
                <a:latin typeface="Microsoft Sans Serif" pitchFamily="34" charset="0"/>
                <a:cs typeface="Microsoft Sans Serif" pitchFamily="34" charset="0"/>
              </a:rPr>
              <a:t>Cybage Software Pvt. Ltd. All Rights Reserved. Cybage Confidential.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8588" y="6392863"/>
            <a:ext cx="4937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C3999953-0A0C-44B9-BA34-A2EF248FEBFE}" type="slidenum">
              <a:rPr lang="en-US">
                <a:solidFill>
                  <a:prstClr val="black">
                    <a:lumMod val="85000"/>
                    <a:lumOff val="1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7" name="Rectangle 2"/>
          <p:cNvSpPr>
            <a:spLocks noChangeArrowheads="1"/>
          </p:cNvSpPr>
          <p:nvPr userDrawn="1"/>
        </p:nvSpPr>
        <p:spPr bwMode="auto">
          <a:xfrm>
            <a:off x="133350" y="219075"/>
            <a:ext cx="1371600" cy="17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rgbClr val="0075B0"/>
                </a:solidFill>
                <a:latin typeface="Arial" pitchFamily="34" charset="0"/>
                <a:ea typeface="Kozuka Gothic Pro R" pitchFamily="34" charset="-128"/>
                <a:cs typeface="Arial" pitchFamily="34" charset="0"/>
              </a:rPr>
              <a:t>www.cybage.com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9150" y="161925"/>
            <a:ext cx="1706563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19950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12" r:id="rId1"/>
    <p:sldLayoutId id="2147484313" r:id="rId2"/>
    <p:sldLayoutId id="2147484314" r:id="rId3"/>
    <p:sldLayoutId id="2147484315" r:id="rId4"/>
    <p:sldLayoutId id="2147484316" r:id="rId5"/>
    <p:sldLayoutId id="2147484317" r:id="rId6"/>
    <p:sldLayoutId id="2147484318" r:id="rId7"/>
    <p:sldLayoutId id="2147484319" r:id="rId8"/>
    <p:sldLayoutId id="2147484320" r:id="rId9"/>
    <p:sldLayoutId id="2147484321" r:id="rId10"/>
    <p:sldLayoutId id="2147484322" r:id="rId11"/>
    <p:sldLayoutId id="2147484323" r:id="rId12"/>
    <p:sldLayoutId id="2147484324" r:id="rId13"/>
    <p:sldLayoutId id="2147484325" r:id="rId14"/>
    <p:sldLayoutId id="2147484326" r:id="rId15"/>
    <p:sldLayoutId id="2147484327" r:id="rId16"/>
    <p:sldLayoutId id="2147484328" r:id="rId17"/>
    <p:sldLayoutId id="2147484329" r:id="rId18"/>
    <p:sldLayoutId id="2147484330" r:id="rId19"/>
    <p:sldLayoutId id="2147484331" r:id="rId20"/>
    <p:sldLayoutId id="2147484332" r:id="rId21"/>
    <p:sldLayoutId id="2147484333" r:id="rId22"/>
    <p:sldLayoutId id="2147484334" r:id="rId23"/>
    <p:sldLayoutId id="2147484335" r:id="rId24"/>
    <p:sldLayoutId id="2147484336" r:id="rId25"/>
    <p:sldLayoutId id="2147484337" r:id="rId26"/>
    <p:sldLayoutId id="2147484338" r:id="rId27"/>
    <p:sldLayoutId id="2147484339" r:id="rId28"/>
    <p:sldLayoutId id="2147484340" r:id="rId29"/>
    <p:sldLayoutId id="2147484341" r:id="rId30"/>
    <p:sldLayoutId id="2147484342" r:id="rId31"/>
    <p:sldLayoutId id="2147484343" r:id="rId32"/>
    <p:sldLayoutId id="2147484344" r:id="rId33"/>
    <p:sldLayoutId id="2147484345" r:id="rId34"/>
    <p:sldLayoutId id="2147484346" r:id="rId35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rakuten.atlassian.net/wiki/display/GIAPI/RATA+API+REPORT+4.1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://maven.apache.org/" TargetMode="External"/><Relationship Id="rId3" Type="http://schemas.openxmlformats.org/officeDocument/2006/relationships/hyperlink" Target="http://www.soapui.org/" TargetMode="External"/><Relationship Id="rId7" Type="http://schemas.openxmlformats.org/officeDocument/2006/relationships/hyperlink" Target="http://jenkins-ci.org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redfish4ktc/maven-soapui-extension-plugin/wiki/Goals" TargetMode="External"/><Relationship Id="rId5" Type="http://schemas.openxmlformats.org/officeDocument/2006/relationships/hyperlink" Target="https://github.com/redfish4ktc/maven-soapui-extension-plugin" TargetMode="External"/><Relationship Id="rId4" Type="http://schemas.openxmlformats.org/officeDocument/2006/relationships/hyperlink" Target="http://en.wikipedia.org/wiki/SoapUI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8465" y="6300341"/>
            <a:ext cx="5508812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This document and all its contents contain information from Cybage Software Private Limited which may be privileged, confidential, </a:t>
            </a:r>
            <a:br>
              <a:rPr lang="en-US" sz="7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</a:br>
            <a:r>
              <a:rPr lang="en-US" sz="7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or otherwise protected from disclosure. The information is intended to be for the addressee(s) only. Any unauthorized disclosure, </a:t>
            </a:r>
            <a:br>
              <a:rPr lang="en-US" sz="7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</a:br>
            <a:r>
              <a:rPr lang="en-US" sz="7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copy, distribution, or use of the contents of this message is strictly prohibited. </a:t>
            </a:r>
          </a:p>
          <a:p>
            <a:endParaRPr lang="en-US" sz="800" dirty="0">
              <a:solidFill>
                <a:prstClr val="black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64" y="120087"/>
            <a:ext cx="1546985" cy="438313"/>
          </a:xfrm>
          <a:prstGeom prst="rect">
            <a:avLst/>
          </a:prstGeom>
        </p:spPr>
      </p:pic>
      <p:sp>
        <p:nvSpPr>
          <p:cNvPr id="6" name="Rectangle 1"/>
          <p:cNvSpPr txBox="1">
            <a:spLocks noChangeArrowheads="1"/>
          </p:cNvSpPr>
          <p:nvPr/>
        </p:nvSpPr>
        <p:spPr>
          <a:xfrm>
            <a:off x="1581150" y="4918075"/>
            <a:ext cx="7562850" cy="66675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GB" sz="3200" b="1" dirty="0" smtClean="0">
                <a:solidFill>
                  <a:schemeClr val="bg1">
                    <a:lumMod val="95000"/>
                  </a:schemeClr>
                </a:solidFill>
                <a:latin typeface="Arial" charset="0"/>
              </a:rPr>
              <a:t>Process, Framework &amp; Jenkins Integration for CI</a:t>
            </a:r>
            <a:endParaRPr lang="en-GB" sz="3200" b="1" dirty="0">
              <a:solidFill>
                <a:schemeClr val="bg1">
                  <a:lumMod val="95000"/>
                </a:schemeClr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0582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 bwMode="auto">
          <a:xfrm>
            <a:off x="1657350" y="1116013"/>
            <a:ext cx="7258050" cy="5667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dirty="0" smtClean="0"/>
              <a:t>Agenda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F4A6A38-3D05-4A2E-95B0-986662B73D7E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762000" y="2472047"/>
            <a:ext cx="4572000" cy="1895775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Arial" charset="0"/>
              <a:buChar char="•"/>
            </a:pPr>
            <a:r>
              <a:rPr lang="en-US" altLang="en-US" dirty="0">
                <a:solidFill>
                  <a:srgbClr val="000000"/>
                </a:solidFill>
                <a:latin typeface="+mn-lt"/>
              </a:rPr>
              <a:t>RATA Framework </a:t>
            </a:r>
            <a:r>
              <a:rPr lang="en-US" altLang="en-US" dirty="0" smtClean="0">
                <a:solidFill>
                  <a:srgbClr val="000000"/>
                </a:solidFill>
                <a:latin typeface="+mn-lt"/>
              </a:rPr>
              <a:t>Overview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Arial" charset="0"/>
              <a:buChar char="•"/>
            </a:pPr>
            <a:endParaRPr lang="en-US" altLang="en-US" dirty="0">
              <a:solidFill>
                <a:srgbClr val="000000"/>
              </a:solidFill>
              <a:latin typeface="+mn-lt"/>
            </a:endParaRP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Arial" charset="0"/>
              <a:buChar char="•"/>
            </a:pPr>
            <a:r>
              <a:rPr lang="en-US" altLang="en-US" dirty="0" smtClean="0">
                <a:solidFill>
                  <a:srgbClr val="000000"/>
                </a:solidFill>
                <a:latin typeface="+mn-lt"/>
              </a:rPr>
              <a:t>RATA Process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Arial" charset="0"/>
              <a:buChar char="•"/>
            </a:pPr>
            <a:endParaRPr lang="en-US" altLang="en-US" dirty="0">
              <a:solidFill>
                <a:srgbClr val="000000"/>
              </a:solidFill>
              <a:latin typeface="+mn-lt"/>
            </a:endParaRP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Arial" charset="0"/>
              <a:buChar char="•"/>
            </a:pPr>
            <a:r>
              <a:rPr lang="en-US" altLang="en-US" dirty="0">
                <a:solidFill>
                  <a:srgbClr val="000000"/>
                </a:solidFill>
                <a:latin typeface="+mn-lt"/>
              </a:rPr>
              <a:t>Integrating </a:t>
            </a:r>
            <a:r>
              <a:rPr lang="en-US" altLang="en-US" dirty="0" err="1">
                <a:solidFill>
                  <a:srgbClr val="000000"/>
                </a:solidFill>
                <a:latin typeface="+mn-lt"/>
              </a:rPr>
              <a:t>SoapUI</a:t>
            </a:r>
            <a:r>
              <a:rPr lang="en-US" altLang="en-US" dirty="0">
                <a:solidFill>
                  <a:srgbClr val="000000"/>
                </a:solidFill>
                <a:latin typeface="+mn-lt"/>
              </a:rPr>
              <a:t> project in </a:t>
            </a:r>
            <a:r>
              <a:rPr lang="en-US" altLang="en-US" dirty="0" smtClean="0">
                <a:solidFill>
                  <a:srgbClr val="000000"/>
                </a:solidFill>
                <a:latin typeface="+mn-lt"/>
              </a:rPr>
              <a:t>Jenkins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Arial" charset="0"/>
              <a:buChar char="•"/>
            </a:pPr>
            <a:endParaRPr lang="en-US" altLang="en-US" dirty="0">
              <a:solidFill>
                <a:srgbClr val="000000"/>
              </a:solidFill>
              <a:latin typeface="+mn-lt"/>
            </a:endParaRP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Arial" charset="0"/>
              <a:buChar char="•"/>
            </a:pPr>
            <a:r>
              <a:rPr lang="en-US" altLang="en-US" dirty="0">
                <a:solidFill>
                  <a:srgbClr val="000000"/>
                </a:solidFill>
                <a:latin typeface="+mn-lt"/>
              </a:rPr>
              <a:t>Sample Project Integrated in Jenkins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 bwMode="auto">
          <a:xfrm>
            <a:off x="1657350" y="1116013"/>
            <a:ext cx="7258050" cy="5667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dirty="0" smtClean="0"/>
              <a:t>What is RATA Framework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654DEB6-C386-4665-978A-1B7977D5FFC5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250825" y="2708275"/>
            <a:ext cx="8713788" cy="2668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5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itchFamily="18" charset="0"/>
              <a:defRPr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1pPr>
            <a:lvl2pPr marL="1028700">
              <a:lnSpc>
                <a:spcPct val="95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itchFamily="18" charset="0"/>
              <a:defRPr sz="1400"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2pPr>
            <a:lvl3pPr>
              <a:lnSpc>
                <a:spcPct val="95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3pPr>
            <a:lvl4pPr>
              <a:lnSpc>
                <a:spcPct val="95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4pPr>
            <a:lvl5pPr>
              <a:lnSpc>
                <a:spcPct val="95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8" charset="0"/>
              <a:defRPr sz="2000"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5pPr>
            <a:lvl6pPr marL="2514600" indent="-228600" defTabSz="449263" eaLnBrk="0" fontAlgn="base" hangingPunct="0">
              <a:lnSpc>
                <a:spcPct val="95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8" charset="0"/>
              <a:defRPr sz="2000"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6pPr>
            <a:lvl7pPr marL="2971800" indent="-228600" defTabSz="449263" eaLnBrk="0" fontAlgn="base" hangingPunct="0">
              <a:lnSpc>
                <a:spcPct val="95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8" charset="0"/>
              <a:defRPr sz="2000"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7pPr>
            <a:lvl8pPr marL="3429000" indent="-228600" defTabSz="449263" eaLnBrk="0" fontAlgn="base" hangingPunct="0">
              <a:lnSpc>
                <a:spcPct val="95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8" charset="0"/>
              <a:defRPr sz="2000"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8pPr>
            <a:lvl9pPr marL="3886200" indent="-228600" defTabSz="449263" eaLnBrk="0" fontAlgn="base" hangingPunct="0">
              <a:lnSpc>
                <a:spcPct val="95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8" charset="0"/>
              <a:defRPr sz="2000"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9pPr>
          </a:lstStyle>
          <a:p>
            <a:pPr eaLnBrk="1">
              <a:lnSpc>
                <a:spcPct val="93000"/>
              </a:lnSpc>
              <a:spcAft>
                <a:spcPct val="0"/>
              </a:spcAft>
            </a:pPr>
            <a:endParaRPr lang="en-US" altLang="ja-JP" dirty="0">
              <a:latin typeface="+mn-lt"/>
            </a:endParaRPr>
          </a:p>
          <a:p>
            <a:pPr eaLnBrk="1">
              <a:lnSpc>
                <a:spcPct val="93000"/>
              </a:lnSpc>
              <a:spcAft>
                <a:spcPct val="0"/>
              </a:spcAft>
            </a:pPr>
            <a:endParaRPr lang="en-US" altLang="ja-JP" dirty="0">
              <a:latin typeface="+mn-lt"/>
            </a:endParaRPr>
          </a:p>
          <a:p>
            <a:pPr eaLnBrk="1">
              <a:lnSpc>
                <a:spcPct val="93000"/>
              </a:lnSpc>
              <a:spcAft>
                <a:spcPct val="0"/>
              </a:spcAft>
            </a:pPr>
            <a:r>
              <a:rPr lang="en-US" altLang="ja-JP" dirty="0">
                <a:latin typeface="+mn-lt"/>
              </a:rPr>
              <a:t>RATA (</a:t>
            </a:r>
            <a:r>
              <a:rPr lang="en-US" altLang="ja-JP" dirty="0" err="1">
                <a:latin typeface="+mn-lt"/>
              </a:rPr>
              <a:t>RMSg</a:t>
            </a:r>
            <a:r>
              <a:rPr lang="en-US" altLang="ja-JP" dirty="0">
                <a:latin typeface="+mn-lt"/>
              </a:rPr>
              <a:t> APIs Test Automation) Framework aims at automating the </a:t>
            </a:r>
            <a:r>
              <a:rPr lang="en-US" altLang="ja-JP" dirty="0" err="1">
                <a:latin typeface="+mn-lt"/>
              </a:rPr>
              <a:t>RMSg</a:t>
            </a:r>
            <a:r>
              <a:rPr lang="en-US" altLang="ja-JP" dirty="0">
                <a:latin typeface="+mn-lt"/>
              </a:rPr>
              <a:t> APIs that are based on </a:t>
            </a:r>
            <a:r>
              <a:rPr lang="en-US" altLang="ja-JP" dirty="0" err="1">
                <a:latin typeface="+mn-lt"/>
              </a:rPr>
              <a:t>RESTful</a:t>
            </a:r>
            <a:r>
              <a:rPr lang="en-US" altLang="ja-JP" dirty="0">
                <a:latin typeface="+mn-lt"/>
              </a:rPr>
              <a:t> </a:t>
            </a:r>
            <a:r>
              <a:rPr lang="en-US" altLang="ja-JP" dirty="0" smtClean="0">
                <a:latin typeface="+mn-lt"/>
              </a:rPr>
              <a:t>services</a:t>
            </a:r>
            <a:endParaRPr lang="en-US" altLang="ja-JP" dirty="0">
              <a:latin typeface="+mn-lt"/>
            </a:endParaRPr>
          </a:p>
          <a:p>
            <a:pPr eaLnBrk="1">
              <a:lnSpc>
                <a:spcPct val="93000"/>
              </a:lnSpc>
              <a:spcAft>
                <a:spcPct val="0"/>
              </a:spcAft>
            </a:pPr>
            <a:endParaRPr lang="en-US" altLang="ja-JP" dirty="0">
              <a:latin typeface="+mn-lt"/>
            </a:endParaRPr>
          </a:p>
          <a:p>
            <a:pPr eaLnBrk="1">
              <a:lnSpc>
                <a:spcPct val="93000"/>
              </a:lnSpc>
              <a:spcAft>
                <a:spcPct val="0"/>
              </a:spcAft>
            </a:pPr>
            <a:endParaRPr lang="en-US" altLang="ja-JP" dirty="0">
              <a:latin typeface="+mn-lt"/>
            </a:endParaRPr>
          </a:p>
          <a:p>
            <a:pPr eaLnBrk="1">
              <a:lnSpc>
                <a:spcPct val="93000"/>
              </a:lnSpc>
              <a:spcAft>
                <a:spcPct val="0"/>
              </a:spcAft>
            </a:pPr>
            <a:r>
              <a:rPr lang="en-US" altLang="ja-JP" b="1" dirty="0" err="1">
                <a:latin typeface="+mn-lt"/>
              </a:rPr>
              <a:t>SoapUI</a:t>
            </a:r>
            <a:r>
              <a:rPr lang="en-US" altLang="ja-JP" b="1" dirty="0">
                <a:latin typeface="+mn-lt"/>
              </a:rPr>
              <a:t> - </a:t>
            </a:r>
            <a:r>
              <a:rPr lang="en-IN" altLang="ja-JP" dirty="0">
                <a:latin typeface="+mn-lt"/>
              </a:rPr>
              <a:t>SOAP UI is a powerful and easy to use open source tool for automating different types of web services like SOAP, REST etc. It provides a UI for creating test </a:t>
            </a:r>
            <a:r>
              <a:rPr lang="en-IN" altLang="ja-JP" dirty="0" err="1">
                <a:latin typeface="+mn-lt"/>
              </a:rPr>
              <a:t>cases,assertions</a:t>
            </a:r>
            <a:r>
              <a:rPr lang="en-IN" altLang="ja-JP" dirty="0">
                <a:latin typeface="+mn-lt"/>
              </a:rPr>
              <a:t> making it easier to develop test cases rapidly.</a:t>
            </a:r>
            <a:endParaRPr lang="en-US" altLang="ja-JP" dirty="0">
              <a:latin typeface="+mn-lt"/>
            </a:endParaRPr>
          </a:p>
          <a:p>
            <a:pPr eaLnBrk="1">
              <a:lnSpc>
                <a:spcPct val="93000"/>
              </a:lnSpc>
              <a:spcAft>
                <a:spcPct val="0"/>
              </a:spcAft>
            </a:pPr>
            <a:endParaRPr lang="en-US" altLang="ja-JP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21644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 bwMode="auto">
          <a:xfrm>
            <a:off x="1657350" y="1116013"/>
            <a:ext cx="7258050" cy="5667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dirty="0" smtClean="0"/>
              <a:t>What is RATA Framework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654DEB6-C386-4665-978A-1B7977D5FFC5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250825" y="2634387"/>
            <a:ext cx="8713788" cy="41248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5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itchFamily="18" charset="0"/>
              <a:defRPr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1pPr>
            <a:lvl2pPr marL="1028700">
              <a:lnSpc>
                <a:spcPct val="95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itchFamily="18" charset="0"/>
              <a:defRPr sz="1400"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2pPr>
            <a:lvl3pPr>
              <a:lnSpc>
                <a:spcPct val="95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3pPr>
            <a:lvl4pPr>
              <a:lnSpc>
                <a:spcPct val="95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4pPr>
            <a:lvl5pPr>
              <a:lnSpc>
                <a:spcPct val="95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8" charset="0"/>
              <a:defRPr sz="2000"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5pPr>
            <a:lvl6pPr marL="2514600" indent="-228600" defTabSz="449263" eaLnBrk="0" fontAlgn="base" hangingPunct="0">
              <a:lnSpc>
                <a:spcPct val="95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8" charset="0"/>
              <a:defRPr sz="2000"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6pPr>
            <a:lvl7pPr marL="2971800" indent="-228600" defTabSz="449263" eaLnBrk="0" fontAlgn="base" hangingPunct="0">
              <a:lnSpc>
                <a:spcPct val="95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8" charset="0"/>
              <a:defRPr sz="2000"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7pPr>
            <a:lvl8pPr marL="3429000" indent="-228600" defTabSz="449263" eaLnBrk="0" fontAlgn="base" hangingPunct="0">
              <a:lnSpc>
                <a:spcPct val="95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8" charset="0"/>
              <a:defRPr sz="2000"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8pPr>
            <a:lvl9pPr marL="3886200" indent="-228600" defTabSz="449263" eaLnBrk="0" fontAlgn="base" hangingPunct="0">
              <a:lnSpc>
                <a:spcPct val="95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8" charset="0"/>
              <a:defRPr sz="2000"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9pPr>
          </a:lstStyle>
          <a:p>
            <a:pPr eaLnBrk="1">
              <a:lnSpc>
                <a:spcPct val="93000"/>
              </a:lnSpc>
              <a:spcAft>
                <a:spcPct val="0"/>
              </a:spcAft>
            </a:pPr>
            <a:r>
              <a:rPr lang="en-US" altLang="ja-JP" sz="1600" b="1" dirty="0">
                <a:latin typeface="+mn-lt"/>
              </a:rPr>
              <a:t>RATA Framework </a:t>
            </a:r>
            <a:r>
              <a:rPr lang="en-US" altLang="ja-JP" sz="1600" b="1" dirty="0" smtClean="0">
                <a:latin typeface="+mn-lt"/>
              </a:rPr>
              <a:t> Features</a:t>
            </a:r>
            <a:r>
              <a:rPr lang="en-US" altLang="ja-JP" sz="1600" b="1" dirty="0">
                <a:latin typeface="+mn-lt"/>
              </a:rPr>
              <a:t>:</a:t>
            </a:r>
          </a:p>
          <a:p>
            <a:pPr eaLnBrk="1">
              <a:lnSpc>
                <a:spcPct val="93000"/>
              </a:lnSpc>
              <a:spcAft>
                <a:spcPct val="0"/>
              </a:spcAft>
            </a:pPr>
            <a:endParaRPr lang="en-US" altLang="ja-JP" sz="1600" dirty="0">
              <a:latin typeface="+mn-lt"/>
            </a:endParaRPr>
          </a:p>
          <a:p>
            <a:pPr eaLnBrk="1">
              <a:lnSpc>
                <a:spcPct val="93000"/>
              </a:lnSpc>
              <a:spcAft>
                <a:spcPct val="0"/>
              </a:spcAft>
              <a:buFont typeface="Arial" charset="0"/>
              <a:buChar char="•"/>
            </a:pPr>
            <a:r>
              <a:rPr lang="en-US" altLang="ja-JP" sz="1600" dirty="0">
                <a:latin typeface="+mn-lt"/>
              </a:rPr>
              <a:t> </a:t>
            </a:r>
            <a:r>
              <a:rPr lang="en-US" altLang="ja-JP" sz="1600" dirty="0" smtClean="0">
                <a:latin typeface="+mn-lt"/>
              </a:rPr>
              <a:t>Consists of library </a:t>
            </a:r>
            <a:r>
              <a:rPr lang="en-US" altLang="ja-JP" sz="1600" dirty="0">
                <a:latin typeface="+mn-lt"/>
              </a:rPr>
              <a:t>files (written in Groovy) for:</a:t>
            </a:r>
          </a:p>
          <a:p>
            <a:pPr eaLnBrk="1">
              <a:lnSpc>
                <a:spcPct val="93000"/>
              </a:lnSpc>
              <a:spcAft>
                <a:spcPct val="0"/>
              </a:spcAft>
              <a:buFont typeface="Arial" charset="0"/>
              <a:buChar char="•"/>
            </a:pPr>
            <a:endParaRPr lang="en-US" altLang="ja-JP" sz="1600" dirty="0">
              <a:latin typeface="+mn-lt"/>
            </a:endParaRPr>
          </a:p>
          <a:p>
            <a:pPr lvl="1" eaLnBrk="1">
              <a:lnSpc>
                <a:spcPct val="93000"/>
              </a:lnSpc>
              <a:spcAft>
                <a:spcPct val="0"/>
              </a:spcAft>
              <a:buFont typeface="Arial" charset="0"/>
              <a:buChar char="•"/>
            </a:pPr>
            <a:r>
              <a:rPr lang="en-US" altLang="ja-JP" sz="1600" dirty="0">
                <a:latin typeface="+mn-lt"/>
              </a:rPr>
              <a:t>Creating the files for test data &amp; assertion</a:t>
            </a:r>
          </a:p>
          <a:p>
            <a:pPr lvl="1" eaLnBrk="1">
              <a:lnSpc>
                <a:spcPct val="93000"/>
              </a:lnSpc>
              <a:spcAft>
                <a:spcPct val="0"/>
              </a:spcAft>
              <a:buFont typeface="Arial" charset="0"/>
              <a:buChar char="•"/>
            </a:pPr>
            <a:endParaRPr lang="en-US" altLang="ja-JP" sz="1600" dirty="0">
              <a:latin typeface="+mn-lt"/>
            </a:endParaRPr>
          </a:p>
          <a:p>
            <a:pPr lvl="1" eaLnBrk="1">
              <a:lnSpc>
                <a:spcPct val="93000"/>
              </a:lnSpc>
              <a:spcAft>
                <a:spcPct val="0"/>
              </a:spcAft>
              <a:buFont typeface="Arial" charset="0"/>
              <a:buChar char="•"/>
            </a:pPr>
            <a:r>
              <a:rPr lang="en-US" altLang="ja-JP" sz="1600" dirty="0">
                <a:latin typeface="+mn-lt"/>
              </a:rPr>
              <a:t>Setting up the data</a:t>
            </a:r>
          </a:p>
          <a:p>
            <a:pPr lvl="1" eaLnBrk="1">
              <a:lnSpc>
                <a:spcPct val="93000"/>
              </a:lnSpc>
              <a:spcAft>
                <a:spcPct val="0"/>
              </a:spcAft>
              <a:buFont typeface="Arial" charset="0"/>
              <a:buChar char="•"/>
            </a:pPr>
            <a:endParaRPr lang="en-US" altLang="ja-JP" sz="1600" dirty="0">
              <a:latin typeface="+mn-lt"/>
            </a:endParaRPr>
          </a:p>
          <a:p>
            <a:pPr lvl="1" eaLnBrk="1">
              <a:lnSpc>
                <a:spcPct val="93000"/>
              </a:lnSpc>
              <a:spcAft>
                <a:spcPct val="0"/>
              </a:spcAft>
              <a:buFont typeface="Arial" charset="0"/>
              <a:buChar char="•"/>
            </a:pPr>
            <a:r>
              <a:rPr lang="en-US" altLang="ja-JP" sz="1600" dirty="0">
                <a:latin typeface="+mn-lt"/>
              </a:rPr>
              <a:t>Comparing the actual response with expected response (in JSON)</a:t>
            </a:r>
          </a:p>
          <a:p>
            <a:pPr eaLnBrk="1">
              <a:lnSpc>
                <a:spcPct val="93000"/>
              </a:lnSpc>
              <a:spcAft>
                <a:spcPct val="0"/>
              </a:spcAft>
            </a:pPr>
            <a:endParaRPr lang="en-US" altLang="ja-JP" sz="1600" dirty="0">
              <a:latin typeface="+mn-lt"/>
            </a:endParaRPr>
          </a:p>
          <a:p>
            <a:pPr eaLnBrk="1">
              <a:lnSpc>
                <a:spcPct val="93000"/>
              </a:lnSpc>
              <a:spcAft>
                <a:spcPct val="0"/>
              </a:spcAft>
            </a:pPr>
            <a:r>
              <a:rPr lang="en-US" altLang="ja-JP" sz="1600" dirty="0">
                <a:latin typeface="+mn-lt"/>
              </a:rPr>
              <a:t> </a:t>
            </a:r>
          </a:p>
          <a:p>
            <a:pPr eaLnBrk="1">
              <a:lnSpc>
                <a:spcPct val="93000"/>
              </a:lnSpc>
              <a:spcAft>
                <a:spcPct val="0"/>
              </a:spcAft>
              <a:buFont typeface="Arial" charset="0"/>
              <a:buChar char="•"/>
            </a:pPr>
            <a:r>
              <a:rPr lang="en-US" altLang="ja-JP" sz="1600" dirty="0">
                <a:latin typeface="+mn-lt"/>
              </a:rPr>
              <a:t> Test Data, Properties &amp; library files are stored outside the </a:t>
            </a:r>
            <a:r>
              <a:rPr lang="en-US" altLang="ja-JP" sz="1600" dirty="0" err="1">
                <a:latin typeface="+mn-lt"/>
              </a:rPr>
              <a:t>SoapUI’s</a:t>
            </a:r>
            <a:r>
              <a:rPr lang="en-US" altLang="ja-JP" sz="1600" dirty="0">
                <a:latin typeface="+mn-lt"/>
              </a:rPr>
              <a:t> project.xml</a:t>
            </a:r>
          </a:p>
          <a:p>
            <a:pPr eaLnBrk="1">
              <a:lnSpc>
                <a:spcPct val="93000"/>
              </a:lnSpc>
              <a:spcAft>
                <a:spcPct val="0"/>
              </a:spcAft>
              <a:buFont typeface="Arial" charset="0"/>
              <a:buChar char="•"/>
            </a:pPr>
            <a:endParaRPr lang="en-US" altLang="ja-JP" sz="1600" dirty="0">
              <a:latin typeface="Arial" charset="0"/>
            </a:endParaRPr>
          </a:p>
          <a:p>
            <a:pPr lvl="1">
              <a:spcAft>
                <a:spcPts val="1425"/>
              </a:spcAft>
            </a:pPr>
            <a:endParaRPr lang="en-US" altLang="ja-JP" sz="1600" dirty="0"/>
          </a:p>
          <a:p>
            <a:endParaRPr kumimoji="1" lang="ja-JP" altLang="en-US" sz="1600" dirty="0"/>
          </a:p>
          <a:p>
            <a:pPr eaLnBrk="1">
              <a:lnSpc>
                <a:spcPct val="93000"/>
              </a:lnSpc>
              <a:spcAft>
                <a:spcPct val="0"/>
              </a:spcAft>
            </a:pPr>
            <a:endParaRPr lang="en-US" altLang="ja-JP" sz="1600" b="1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5635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 bwMode="auto">
          <a:xfrm>
            <a:off x="1657350" y="1116013"/>
            <a:ext cx="7258050" cy="5667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dirty="0" smtClean="0"/>
              <a:t>What is RATA Framework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654DEB6-C386-4665-978A-1B7977D5FFC5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pic>
        <p:nvPicPr>
          <p:cNvPr id="1027" name="Picture 3" descr="C:\Users\bheemasenr\Pictures\RATA Architectur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5359" y="2242670"/>
            <a:ext cx="6259223" cy="4615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8222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kern="0" dirty="0">
                <a:solidFill>
                  <a:schemeClr val="bg1">
                    <a:lumMod val="95000"/>
                  </a:schemeClr>
                </a:solidFill>
                <a:latin typeface="Arial" charset="0"/>
                <a:cs typeface="Arial" charset="0"/>
              </a:rPr>
              <a:t>RATA </a:t>
            </a:r>
            <a:r>
              <a:rPr lang="en-GB" b="1" kern="0" dirty="0" smtClean="0">
                <a:solidFill>
                  <a:schemeClr val="bg1">
                    <a:lumMod val="95000"/>
                  </a:schemeClr>
                </a:solidFill>
                <a:latin typeface="Arial" charset="0"/>
                <a:cs typeface="Arial" charset="0"/>
              </a:rPr>
              <a:t>Process</a:t>
            </a:r>
            <a:r>
              <a:rPr lang="en-GB" b="1" kern="0" dirty="0">
                <a:solidFill>
                  <a:srgbClr val="BA0202"/>
                </a:solidFill>
                <a:latin typeface="Arial" charset="0"/>
                <a:cs typeface="Arial" charset="0"/>
              </a:rPr>
              <a:t/>
            </a:r>
            <a:br>
              <a:rPr lang="en-GB" b="1" kern="0" dirty="0">
                <a:solidFill>
                  <a:srgbClr val="BA0202"/>
                </a:solidFill>
                <a:latin typeface="Arial" charset="0"/>
                <a:cs typeface="Arial" charset="0"/>
              </a:rPr>
            </a:br>
            <a:endParaRPr lang="en-US" dirty="0"/>
          </a:p>
        </p:txBody>
      </p:sp>
      <p:sp>
        <p:nvSpPr>
          <p:cNvPr id="4" name="Rectangle 1"/>
          <p:cNvSpPr txBox="1">
            <a:spLocks noChangeArrowheads="1"/>
          </p:cNvSpPr>
          <p:nvPr/>
        </p:nvSpPr>
        <p:spPr bwMode="auto">
          <a:xfrm>
            <a:off x="1647825" y="1639888"/>
            <a:ext cx="7620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anchor="ctr"/>
          <a:lstStyle>
            <a:lvl1pPr algn="l" defTabSz="449263" rtl="0" eaLnBrk="0" fontAlgn="base" hangingPunct="0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+mj-lt"/>
                <a:ea typeface="+mj-ea"/>
                <a:cs typeface="ＭＳ Ｐゴシック" charset="0"/>
              </a:defRPr>
            </a:lvl1pPr>
            <a:lvl2pPr algn="l" defTabSz="449263" rtl="0" eaLnBrk="0" fontAlgn="base" hangingPunct="0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ＭＳ Ｐゴシック" pitchFamily="48" charset="-128"/>
                <a:ea typeface="ＭＳ Ｐゴシック" pitchFamily="48" charset="-128"/>
                <a:cs typeface="ＭＳ Ｐゴシック" charset="0"/>
              </a:defRPr>
            </a:lvl2pPr>
            <a:lvl3pPr algn="l" defTabSz="449263" rtl="0" eaLnBrk="0" fontAlgn="base" hangingPunct="0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ＭＳ Ｐゴシック" pitchFamily="48" charset="-128"/>
                <a:ea typeface="ＭＳ Ｐゴシック" pitchFamily="48" charset="-128"/>
                <a:cs typeface="ＭＳ Ｐゴシック" charset="0"/>
              </a:defRPr>
            </a:lvl3pPr>
            <a:lvl4pPr algn="l" defTabSz="449263" rtl="0" eaLnBrk="0" fontAlgn="base" hangingPunct="0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ＭＳ Ｐゴシック" pitchFamily="48" charset="-128"/>
                <a:ea typeface="ＭＳ Ｐゴシック" pitchFamily="48" charset="-128"/>
                <a:cs typeface="ＭＳ Ｐゴシック" charset="0"/>
              </a:defRPr>
            </a:lvl4pPr>
            <a:lvl5pPr algn="l" defTabSz="449263" rtl="0" eaLnBrk="0" fontAlgn="base" hangingPunct="0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ＭＳ Ｐゴシック" pitchFamily="48" charset="-128"/>
                <a:ea typeface="ＭＳ Ｐゴシック" pitchFamily="48" charset="-128"/>
                <a:cs typeface="ＭＳ Ｐゴシック" charset="0"/>
              </a:defRPr>
            </a:lvl5pPr>
            <a:lvl6pPr marL="2514600" indent="-228600" algn="l" defTabSz="449263" rtl="0" fontAlgn="base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sz="1200">
                <a:solidFill>
                  <a:srgbClr val="000000"/>
                </a:solidFill>
                <a:latin typeface="ＭＳ Ｐゴシック" pitchFamily="48" charset="-128"/>
                <a:ea typeface="ＭＳ Ｐゴシック" pitchFamily="48" charset="-128"/>
              </a:defRPr>
            </a:lvl6pPr>
            <a:lvl7pPr marL="2971800" indent="-228600" algn="l" defTabSz="449263" rtl="0" fontAlgn="base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sz="1200">
                <a:solidFill>
                  <a:srgbClr val="000000"/>
                </a:solidFill>
                <a:latin typeface="ＭＳ Ｐゴシック" pitchFamily="48" charset="-128"/>
                <a:ea typeface="ＭＳ Ｐゴシック" pitchFamily="48" charset="-128"/>
              </a:defRPr>
            </a:lvl7pPr>
            <a:lvl8pPr marL="3429000" indent="-228600" algn="l" defTabSz="449263" rtl="0" fontAlgn="base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sz="1200">
                <a:solidFill>
                  <a:srgbClr val="000000"/>
                </a:solidFill>
                <a:latin typeface="ＭＳ Ｐゴシック" pitchFamily="48" charset="-128"/>
                <a:ea typeface="ＭＳ Ｐゴシック" pitchFamily="48" charset="-128"/>
              </a:defRPr>
            </a:lvl8pPr>
            <a:lvl9pPr marL="3886200" indent="-228600" algn="l" defTabSz="449263" rtl="0" fontAlgn="base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sz="1200">
                <a:solidFill>
                  <a:srgbClr val="000000"/>
                </a:solidFill>
                <a:latin typeface="ＭＳ Ｐゴシック" pitchFamily="48" charset="-128"/>
                <a:ea typeface="ＭＳ Ｐゴシック" pitchFamily="48" charset="-128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endParaRPr lang="en-GB" sz="2500" b="1" kern="0" dirty="0">
              <a:solidFill>
                <a:srgbClr val="BA0202"/>
              </a:solidFill>
              <a:latin typeface="Arial" charset="0"/>
              <a:cs typeface="Arial" charset="0"/>
            </a:endParaRPr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741382197"/>
              </p:ext>
            </p:extLst>
          </p:nvPr>
        </p:nvGraphicFramePr>
        <p:xfrm>
          <a:off x="348668" y="1930384"/>
          <a:ext cx="8458200" cy="4114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92139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b="1" kern="0" dirty="0">
                <a:solidFill>
                  <a:schemeClr val="bg1">
                    <a:lumMod val="95000"/>
                  </a:schemeClr>
                </a:solidFill>
                <a:latin typeface="Arial" charset="0"/>
                <a:cs typeface="Arial" charset="0"/>
              </a:rPr>
              <a:t>RATA </a:t>
            </a:r>
            <a:r>
              <a:rPr lang="en-GB" sz="2800" b="1" kern="0" dirty="0" smtClean="0">
                <a:solidFill>
                  <a:schemeClr val="bg1">
                    <a:lumMod val="95000"/>
                  </a:schemeClr>
                </a:solidFill>
                <a:latin typeface="Arial" charset="0"/>
                <a:cs typeface="Arial" charset="0"/>
              </a:rPr>
              <a:t>Process (for Release changes)</a:t>
            </a:r>
            <a:r>
              <a:rPr lang="en-GB" sz="2800" b="1" kern="0" dirty="0">
                <a:solidFill>
                  <a:srgbClr val="BA0202"/>
                </a:solidFill>
                <a:latin typeface="Arial" charset="0"/>
                <a:cs typeface="Arial" charset="0"/>
              </a:rPr>
              <a:t/>
            </a:r>
            <a:br>
              <a:rPr lang="en-GB" sz="2800" b="1" kern="0" dirty="0">
                <a:solidFill>
                  <a:srgbClr val="BA0202"/>
                </a:solidFill>
                <a:latin typeface="Arial" charset="0"/>
                <a:cs typeface="Arial" charset="0"/>
              </a:rPr>
            </a:br>
            <a:endParaRPr lang="en-US" sz="2800" dirty="0"/>
          </a:p>
        </p:txBody>
      </p:sp>
      <p:sp>
        <p:nvSpPr>
          <p:cNvPr id="4" name="Rectangle 1"/>
          <p:cNvSpPr txBox="1">
            <a:spLocks noChangeArrowheads="1"/>
          </p:cNvSpPr>
          <p:nvPr/>
        </p:nvSpPr>
        <p:spPr bwMode="auto">
          <a:xfrm>
            <a:off x="1647825" y="1639888"/>
            <a:ext cx="7620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anchor="ctr"/>
          <a:lstStyle>
            <a:lvl1pPr algn="l" defTabSz="449263" rtl="0" eaLnBrk="0" fontAlgn="base" hangingPunct="0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+mj-lt"/>
                <a:ea typeface="+mj-ea"/>
                <a:cs typeface="ＭＳ Ｐゴシック" charset="0"/>
              </a:defRPr>
            </a:lvl1pPr>
            <a:lvl2pPr algn="l" defTabSz="449263" rtl="0" eaLnBrk="0" fontAlgn="base" hangingPunct="0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ＭＳ Ｐゴシック" pitchFamily="48" charset="-128"/>
                <a:ea typeface="ＭＳ Ｐゴシック" pitchFamily="48" charset="-128"/>
                <a:cs typeface="ＭＳ Ｐゴシック" charset="0"/>
              </a:defRPr>
            </a:lvl2pPr>
            <a:lvl3pPr algn="l" defTabSz="449263" rtl="0" eaLnBrk="0" fontAlgn="base" hangingPunct="0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ＭＳ Ｐゴシック" pitchFamily="48" charset="-128"/>
                <a:ea typeface="ＭＳ Ｐゴシック" pitchFamily="48" charset="-128"/>
                <a:cs typeface="ＭＳ Ｐゴシック" charset="0"/>
              </a:defRPr>
            </a:lvl3pPr>
            <a:lvl4pPr algn="l" defTabSz="449263" rtl="0" eaLnBrk="0" fontAlgn="base" hangingPunct="0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ＭＳ Ｐゴシック" pitchFamily="48" charset="-128"/>
                <a:ea typeface="ＭＳ Ｐゴシック" pitchFamily="48" charset="-128"/>
                <a:cs typeface="ＭＳ Ｐゴシック" charset="0"/>
              </a:defRPr>
            </a:lvl4pPr>
            <a:lvl5pPr algn="l" defTabSz="449263" rtl="0" eaLnBrk="0" fontAlgn="base" hangingPunct="0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ＭＳ Ｐゴシック" pitchFamily="48" charset="-128"/>
                <a:ea typeface="ＭＳ Ｐゴシック" pitchFamily="48" charset="-128"/>
                <a:cs typeface="ＭＳ Ｐゴシック" charset="0"/>
              </a:defRPr>
            </a:lvl5pPr>
            <a:lvl6pPr marL="2514600" indent="-228600" algn="l" defTabSz="449263" rtl="0" fontAlgn="base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sz="1200">
                <a:solidFill>
                  <a:srgbClr val="000000"/>
                </a:solidFill>
                <a:latin typeface="ＭＳ Ｐゴシック" pitchFamily="48" charset="-128"/>
                <a:ea typeface="ＭＳ Ｐゴシック" pitchFamily="48" charset="-128"/>
              </a:defRPr>
            </a:lvl6pPr>
            <a:lvl7pPr marL="2971800" indent="-228600" algn="l" defTabSz="449263" rtl="0" fontAlgn="base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sz="1200">
                <a:solidFill>
                  <a:srgbClr val="000000"/>
                </a:solidFill>
                <a:latin typeface="ＭＳ Ｐゴシック" pitchFamily="48" charset="-128"/>
                <a:ea typeface="ＭＳ Ｐゴシック" pitchFamily="48" charset="-128"/>
              </a:defRPr>
            </a:lvl7pPr>
            <a:lvl8pPr marL="3429000" indent="-228600" algn="l" defTabSz="449263" rtl="0" fontAlgn="base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sz="1200">
                <a:solidFill>
                  <a:srgbClr val="000000"/>
                </a:solidFill>
                <a:latin typeface="ＭＳ Ｐゴシック" pitchFamily="48" charset="-128"/>
                <a:ea typeface="ＭＳ Ｐゴシック" pitchFamily="48" charset="-128"/>
              </a:defRPr>
            </a:lvl8pPr>
            <a:lvl9pPr marL="3886200" indent="-228600" algn="l" defTabSz="449263" rtl="0" fontAlgn="base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sz="1200">
                <a:solidFill>
                  <a:srgbClr val="000000"/>
                </a:solidFill>
                <a:latin typeface="ＭＳ Ｐゴシック" pitchFamily="48" charset="-128"/>
                <a:ea typeface="ＭＳ Ｐゴシック" pitchFamily="48" charset="-128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endParaRPr lang="en-GB" sz="2500" b="1" kern="0" dirty="0">
              <a:solidFill>
                <a:srgbClr val="BA0202"/>
              </a:solidFill>
              <a:latin typeface="Arial" charset="0"/>
              <a:cs typeface="Arial" charset="0"/>
            </a:endParaRPr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4195921835"/>
              </p:ext>
            </p:extLst>
          </p:nvPr>
        </p:nvGraphicFramePr>
        <p:xfrm>
          <a:off x="247068" y="1473200"/>
          <a:ext cx="83058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49890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kern="0" dirty="0">
                <a:solidFill>
                  <a:schemeClr val="bg1">
                    <a:lumMod val="95000"/>
                  </a:schemeClr>
                </a:solidFill>
                <a:latin typeface="Arial" charset="0"/>
                <a:cs typeface="Arial" charset="0"/>
              </a:rPr>
              <a:t>RATA </a:t>
            </a:r>
            <a:r>
              <a:rPr lang="en-GB" b="1" kern="0" dirty="0" smtClean="0">
                <a:solidFill>
                  <a:schemeClr val="bg1">
                    <a:lumMod val="95000"/>
                  </a:schemeClr>
                </a:solidFill>
                <a:latin typeface="Arial" charset="0"/>
                <a:cs typeface="Arial" charset="0"/>
              </a:rPr>
              <a:t>Process – Kanban Board</a:t>
            </a:r>
            <a:r>
              <a:rPr lang="en-GB" b="1" kern="0" dirty="0">
                <a:solidFill>
                  <a:srgbClr val="BA0202"/>
                </a:solidFill>
                <a:latin typeface="Arial" charset="0"/>
                <a:cs typeface="Arial" charset="0"/>
              </a:rPr>
              <a:t/>
            </a:r>
            <a:br>
              <a:rPr lang="en-GB" b="1" kern="0" dirty="0">
                <a:solidFill>
                  <a:srgbClr val="BA0202"/>
                </a:solidFill>
                <a:latin typeface="Arial" charset="0"/>
                <a:cs typeface="Arial" charset="0"/>
              </a:rPr>
            </a:br>
            <a:endParaRPr lang="en-US" dirty="0"/>
          </a:p>
        </p:txBody>
      </p:sp>
      <p:sp>
        <p:nvSpPr>
          <p:cNvPr id="4" name="Rectangle 1"/>
          <p:cNvSpPr txBox="1">
            <a:spLocks noChangeArrowheads="1"/>
          </p:cNvSpPr>
          <p:nvPr/>
        </p:nvSpPr>
        <p:spPr bwMode="auto">
          <a:xfrm>
            <a:off x="1647825" y="1639888"/>
            <a:ext cx="7620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anchor="ctr"/>
          <a:lstStyle>
            <a:lvl1pPr algn="l" defTabSz="449263" rtl="0" eaLnBrk="0" fontAlgn="base" hangingPunct="0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+mj-lt"/>
                <a:ea typeface="+mj-ea"/>
                <a:cs typeface="ＭＳ Ｐゴシック" charset="0"/>
              </a:defRPr>
            </a:lvl1pPr>
            <a:lvl2pPr algn="l" defTabSz="449263" rtl="0" eaLnBrk="0" fontAlgn="base" hangingPunct="0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ＭＳ Ｐゴシック" pitchFamily="48" charset="-128"/>
                <a:ea typeface="ＭＳ Ｐゴシック" pitchFamily="48" charset="-128"/>
                <a:cs typeface="ＭＳ Ｐゴシック" charset="0"/>
              </a:defRPr>
            </a:lvl2pPr>
            <a:lvl3pPr algn="l" defTabSz="449263" rtl="0" eaLnBrk="0" fontAlgn="base" hangingPunct="0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ＭＳ Ｐゴシック" pitchFamily="48" charset="-128"/>
                <a:ea typeface="ＭＳ Ｐゴシック" pitchFamily="48" charset="-128"/>
                <a:cs typeface="ＭＳ Ｐゴシック" charset="0"/>
              </a:defRPr>
            </a:lvl3pPr>
            <a:lvl4pPr algn="l" defTabSz="449263" rtl="0" eaLnBrk="0" fontAlgn="base" hangingPunct="0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ＭＳ Ｐゴシック" pitchFamily="48" charset="-128"/>
                <a:ea typeface="ＭＳ Ｐゴシック" pitchFamily="48" charset="-128"/>
                <a:cs typeface="ＭＳ Ｐゴシック" charset="0"/>
              </a:defRPr>
            </a:lvl4pPr>
            <a:lvl5pPr algn="l" defTabSz="449263" rtl="0" eaLnBrk="0" fontAlgn="base" hangingPunct="0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ＭＳ Ｐゴシック" pitchFamily="48" charset="-128"/>
                <a:ea typeface="ＭＳ Ｐゴシック" pitchFamily="48" charset="-128"/>
                <a:cs typeface="ＭＳ Ｐゴシック" charset="0"/>
              </a:defRPr>
            </a:lvl5pPr>
            <a:lvl6pPr marL="2514600" indent="-228600" algn="l" defTabSz="449263" rtl="0" fontAlgn="base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sz="1200">
                <a:solidFill>
                  <a:srgbClr val="000000"/>
                </a:solidFill>
                <a:latin typeface="ＭＳ Ｐゴシック" pitchFamily="48" charset="-128"/>
                <a:ea typeface="ＭＳ Ｐゴシック" pitchFamily="48" charset="-128"/>
              </a:defRPr>
            </a:lvl6pPr>
            <a:lvl7pPr marL="2971800" indent="-228600" algn="l" defTabSz="449263" rtl="0" fontAlgn="base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sz="1200">
                <a:solidFill>
                  <a:srgbClr val="000000"/>
                </a:solidFill>
                <a:latin typeface="ＭＳ Ｐゴシック" pitchFamily="48" charset="-128"/>
                <a:ea typeface="ＭＳ Ｐゴシック" pitchFamily="48" charset="-128"/>
              </a:defRPr>
            </a:lvl7pPr>
            <a:lvl8pPr marL="3429000" indent="-228600" algn="l" defTabSz="449263" rtl="0" fontAlgn="base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sz="1200">
                <a:solidFill>
                  <a:srgbClr val="000000"/>
                </a:solidFill>
                <a:latin typeface="ＭＳ Ｐゴシック" pitchFamily="48" charset="-128"/>
                <a:ea typeface="ＭＳ Ｐゴシック" pitchFamily="48" charset="-128"/>
              </a:defRPr>
            </a:lvl8pPr>
            <a:lvl9pPr marL="3886200" indent="-228600" algn="l" defTabSz="449263" rtl="0" fontAlgn="base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sz="1200">
                <a:solidFill>
                  <a:srgbClr val="000000"/>
                </a:solidFill>
                <a:latin typeface="ＭＳ Ｐゴシック" pitchFamily="48" charset="-128"/>
                <a:ea typeface="ＭＳ Ｐゴシック" pitchFamily="48" charset="-128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endParaRPr lang="en-GB" sz="2500" b="1" kern="0" dirty="0">
              <a:solidFill>
                <a:srgbClr val="BA0202"/>
              </a:solidFill>
              <a:latin typeface="Arial" charset="0"/>
              <a:cs typeface="Arial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7459" y="2431814"/>
            <a:ext cx="6947645" cy="4004844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15695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/>
          <p:cNvSpPr>
            <a:spLocks noGrp="1" noChangeArrowheads="1"/>
          </p:cNvSpPr>
          <p:nvPr>
            <p:ph type="title"/>
          </p:nvPr>
        </p:nvSpPr>
        <p:spPr/>
        <p:txBody>
          <a:bodyPr lIns="91440" tIns="45720" rIns="91440" bIns="45720" anchor="ctr"/>
          <a:lstStyle/>
          <a:p>
            <a:pPr algn="ctr" eaLnBrk="1" hangingPunct="1">
              <a:lnSpc>
                <a:spcPct val="100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GB" altLang="ja-JP" sz="2400" b="1" dirty="0" smtClean="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rPr>
              <a:t>Jenkins Integration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87388" y="2851150"/>
            <a:ext cx="7704137" cy="1754188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marL="285750" indent="-285750">
              <a:defRPr>
                <a:solidFill>
                  <a:schemeClr val="bg1"/>
                </a:solidFill>
                <a:latin typeface="Arial" charset="0"/>
                <a:ea typeface="ＭＳ Ｐゴシック" pitchFamily="50" charset="-128"/>
              </a:defRPr>
            </a:lvl1pPr>
            <a:lvl2pPr>
              <a:defRPr>
                <a:solidFill>
                  <a:schemeClr val="bg1"/>
                </a:solidFill>
                <a:latin typeface="Arial" charset="0"/>
                <a:ea typeface="ＭＳ Ｐゴシック" pitchFamily="50" charset="-128"/>
              </a:defRPr>
            </a:lvl2pPr>
            <a:lvl3pPr>
              <a:defRPr>
                <a:solidFill>
                  <a:schemeClr val="bg1"/>
                </a:solidFill>
                <a:latin typeface="Arial" charset="0"/>
                <a:ea typeface="ＭＳ Ｐゴシック" pitchFamily="50" charset="-128"/>
              </a:defRPr>
            </a:lvl3pPr>
            <a:lvl4pPr>
              <a:defRPr>
                <a:solidFill>
                  <a:schemeClr val="bg1"/>
                </a:solidFill>
                <a:latin typeface="Arial" charset="0"/>
                <a:ea typeface="ＭＳ Ｐゴシック" pitchFamily="50" charset="-128"/>
              </a:defRPr>
            </a:lvl4pPr>
            <a:lvl5pPr>
              <a:defRPr>
                <a:solidFill>
                  <a:schemeClr val="bg1"/>
                </a:solidFill>
                <a:latin typeface="Arial" charset="0"/>
                <a:ea typeface="ＭＳ Ｐゴシック" pitchFamily="50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  <a:ea typeface="ＭＳ Ｐゴシック" pitchFamily="50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  <a:ea typeface="ＭＳ Ｐゴシック" pitchFamily="50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  <a:ea typeface="ＭＳ Ｐゴシック" pitchFamily="50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  <a:ea typeface="ＭＳ Ｐゴシック" pitchFamily="50" charset="-128"/>
              </a:defRPr>
            </a:lvl9pPr>
          </a:lstStyle>
          <a:p>
            <a:pPr>
              <a:buFont typeface="Arial" charset="0"/>
              <a:buChar char="•"/>
            </a:pPr>
            <a:r>
              <a:rPr kumimoji="1" lang="en-US" altLang="ja-JP" dirty="0">
                <a:solidFill>
                  <a:schemeClr val="tx1"/>
                </a:solidFill>
              </a:rPr>
              <a:t>Automated Build Deployment</a:t>
            </a:r>
          </a:p>
          <a:p>
            <a:endParaRPr kumimoji="1" lang="en-IN" altLang="ja-JP" dirty="0">
              <a:solidFill>
                <a:schemeClr val="tx1"/>
              </a:solidFill>
            </a:endParaRPr>
          </a:p>
          <a:p>
            <a:pPr>
              <a:buFont typeface="Arial" charset="0"/>
              <a:buChar char="•"/>
            </a:pPr>
            <a:r>
              <a:rPr kumimoji="1" lang="en-IN" altLang="ja-JP" dirty="0">
                <a:solidFill>
                  <a:schemeClr val="tx1"/>
                </a:solidFill>
              </a:rPr>
              <a:t>Immediate bug detection</a:t>
            </a:r>
          </a:p>
          <a:p>
            <a:pPr>
              <a:buFont typeface="Arial" charset="0"/>
              <a:buChar char="•"/>
            </a:pPr>
            <a:endParaRPr kumimoji="1" lang="en-IN" altLang="ja-JP" dirty="0">
              <a:solidFill>
                <a:schemeClr val="tx1"/>
              </a:solidFill>
            </a:endParaRPr>
          </a:p>
          <a:p>
            <a:pPr>
              <a:buFont typeface="Arial" charset="0"/>
              <a:buChar char="•"/>
            </a:pPr>
            <a:r>
              <a:rPr kumimoji="1" lang="en-IN" altLang="ja-JP" dirty="0">
                <a:solidFill>
                  <a:schemeClr val="tx1"/>
                </a:solidFill>
              </a:rPr>
              <a:t>Generate test reports</a:t>
            </a:r>
          </a:p>
          <a:p>
            <a:pPr>
              <a:buFont typeface="Arial" charset="0"/>
              <a:buChar char="•"/>
            </a:pPr>
            <a:endParaRPr kumimoji="1" lang="ja-JP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057310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EF7CF83-7D07-416B-9A2E-8A92D31C375A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5" name="Rectangle 1"/>
          <p:cNvSpPr>
            <a:spLocks noGrp="1" noChangeArrowheads="1"/>
          </p:cNvSpPr>
          <p:nvPr>
            <p:ph type="title"/>
          </p:nvPr>
        </p:nvSpPr>
        <p:spPr>
          <a:xfrm>
            <a:off x="1658112" y="1116433"/>
            <a:ext cx="7257288" cy="566610"/>
          </a:xfrm>
        </p:spPr>
        <p:txBody>
          <a:bodyPr lIns="91440" tIns="45720" rIns="91440" bIns="45720" anchor="ctr"/>
          <a:lstStyle/>
          <a:p>
            <a:pPr algn="ctr" eaLnBrk="1" hangingPunct="1">
              <a:lnSpc>
                <a:spcPct val="100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GB" altLang="ja-JP" sz="2400" b="1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rPr>
              <a:t>Jenkins Integration - Reporting</a:t>
            </a:r>
            <a:endParaRPr lang="en-GB" altLang="ja-JP" sz="2400" b="1" dirty="0" smtClean="0">
              <a:solidFill>
                <a:schemeClr val="bg1">
                  <a:lumMod val="9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577" y="2546704"/>
            <a:ext cx="7829083" cy="3588920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85865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/>
          <p:cNvSpPr>
            <a:spLocks noGrp="1" noChangeArrowheads="1"/>
          </p:cNvSpPr>
          <p:nvPr>
            <p:ph type="title"/>
          </p:nvPr>
        </p:nvSpPr>
        <p:spPr/>
        <p:txBody>
          <a:bodyPr lIns="91440" tIns="45720" rIns="91440" bIns="45720" anchor="ctr"/>
          <a:lstStyle/>
          <a:p>
            <a:pPr algn="ctr" eaLnBrk="1" hangingPunct="1">
              <a:lnSpc>
                <a:spcPct val="100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GB" altLang="ja-JP" sz="2400" b="1" dirty="0" smtClean="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rPr>
              <a:t>Release-wise Report</a:t>
            </a:r>
          </a:p>
        </p:txBody>
      </p:sp>
      <p:pic>
        <p:nvPicPr>
          <p:cNvPr id="2" name="Picture 1">
            <a:hlinkClick r:id="rId3" tooltip="Click to view the Report in Confluence!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2327433"/>
            <a:ext cx="5744578" cy="4182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74742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  <a:defRPr/>
            </a:pPr>
            <a:r>
              <a:rPr lang="en-US" altLang="ja-JP" dirty="0" smtClean="0"/>
              <a:t>Overview </a:t>
            </a:r>
            <a:r>
              <a:rPr lang="en-US" altLang="ja-JP" dirty="0"/>
              <a:t>of </a:t>
            </a:r>
            <a:r>
              <a:rPr lang="en-US" altLang="ja-JP" dirty="0" smtClean="0"/>
              <a:t> RATA Framework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altLang="ja-JP" dirty="0" smtClean="0"/>
              <a:t>RATA Process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altLang="ja-JP" dirty="0" smtClean="0"/>
              <a:t>Jenkins Integration</a:t>
            </a:r>
          </a:p>
        </p:txBody>
      </p:sp>
      <p:sp>
        <p:nvSpPr>
          <p:cNvPr id="4" name="Rectangle 1"/>
          <p:cNvSpPr txBox="1">
            <a:spLocks noChangeArrowheads="1"/>
          </p:cNvSpPr>
          <p:nvPr/>
        </p:nvSpPr>
        <p:spPr bwMode="auto">
          <a:xfrm>
            <a:off x="1476375" y="949325"/>
            <a:ext cx="7416800" cy="808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anchor="ctr"/>
          <a:lstStyle>
            <a:lvl1pPr algn="l" defTabSz="449263" rtl="0" eaLnBrk="0" fontAlgn="base" hangingPunct="0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+mj-lt"/>
                <a:ea typeface="+mj-ea"/>
                <a:cs typeface="ＭＳ Ｐゴシック" charset="0"/>
              </a:defRPr>
            </a:lvl1pPr>
            <a:lvl2pPr algn="l" defTabSz="449263" rtl="0" eaLnBrk="0" fontAlgn="base" hangingPunct="0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ＭＳ Ｐゴシック" pitchFamily="48" charset="-128"/>
                <a:ea typeface="ＭＳ Ｐゴシック" pitchFamily="48" charset="-128"/>
                <a:cs typeface="ＭＳ Ｐゴシック" charset="0"/>
              </a:defRPr>
            </a:lvl2pPr>
            <a:lvl3pPr algn="l" defTabSz="449263" rtl="0" eaLnBrk="0" fontAlgn="base" hangingPunct="0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ＭＳ Ｐゴシック" pitchFamily="48" charset="-128"/>
                <a:ea typeface="ＭＳ Ｐゴシック" pitchFamily="48" charset="-128"/>
                <a:cs typeface="ＭＳ Ｐゴシック" charset="0"/>
              </a:defRPr>
            </a:lvl3pPr>
            <a:lvl4pPr algn="l" defTabSz="449263" rtl="0" eaLnBrk="0" fontAlgn="base" hangingPunct="0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ＭＳ Ｐゴシック" pitchFamily="48" charset="-128"/>
                <a:ea typeface="ＭＳ Ｐゴシック" pitchFamily="48" charset="-128"/>
                <a:cs typeface="ＭＳ Ｐゴシック" charset="0"/>
              </a:defRPr>
            </a:lvl4pPr>
            <a:lvl5pPr algn="l" defTabSz="449263" rtl="0" eaLnBrk="0" fontAlgn="base" hangingPunct="0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ＭＳ Ｐゴシック" pitchFamily="48" charset="-128"/>
                <a:ea typeface="ＭＳ Ｐゴシック" pitchFamily="48" charset="-128"/>
                <a:cs typeface="ＭＳ Ｐゴシック" charset="0"/>
              </a:defRPr>
            </a:lvl5pPr>
            <a:lvl6pPr marL="2514600" indent="-228600" algn="l" defTabSz="449263" rtl="0" fontAlgn="base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sz="1200">
                <a:solidFill>
                  <a:srgbClr val="000000"/>
                </a:solidFill>
                <a:latin typeface="ＭＳ Ｐゴシック" pitchFamily="48" charset="-128"/>
                <a:ea typeface="ＭＳ Ｐゴシック" pitchFamily="48" charset="-128"/>
              </a:defRPr>
            </a:lvl6pPr>
            <a:lvl7pPr marL="2971800" indent="-228600" algn="l" defTabSz="449263" rtl="0" fontAlgn="base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sz="1200">
                <a:solidFill>
                  <a:srgbClr val="000000"/>
                </a:solidFill>
                <a:latin typeface="ＭＳ Ｐゴシック" pitchFamily="48" charset="-128"/>
                <a:ea typeface="ＭＳ Ｐゴシック" pitchFamily="48" charset="-128"/>
              </a:defRPr>
            </a:lvl7pPr>
            <a:lvl8pPr marL="3429000" indent="-228600" algn="l" defTabSz="449263" rtl="0" fontAlgn="base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sz="1200">
                <a:solidFill>
                  <a:srgbClr val="000000"/>
                </a:solidFill>
                <a:latin typeface="ＭＳ Ｐゴシック" pitchFamily="48" charset="-128"/>
                <a:ea typeface="ＭＳ Ｐゴシック" pitchFamily="48" charset="-128"/>
              </a:defRPr>
            </a:lvl8pPr>
            <a:lvl9pPr marL="3886200" indent="-228600" algn="l" defTabSz="449263" rtl="0" fontAlgn="base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sz="1200">
                <a:solidFill>
                  <a:srgbClr val="000000"/>
                </a:solidFill>
                <a:latin typeface="ＭＳ Ｐゴシック" pitchFamily="48" charset="-128"/>
                <a:ea typeface="ＭＳ Ｐゴシック" pitchFamily="48" charset="-128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GB" altLang="ja-JP" sz="2400" b="1" kern="0" dirty="0" smtClean="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rPr>
              <a:t>Summary</a:t>
            </a:r>
          </a:p>
        </p:txBody>
      </p:sp>
      <p:pic>
        <p:nvPicPr>
          <p:cNvPr id="32773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0211" y="3814483"/>
            <a:ext cx="3582987" cy="115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4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3163" y="3728293"/>
            <a:ext cx="1687512" cy="2236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5" name="Left-Right Arrow 6"/>
          <p:cNvSpPr>
            <a:spLocks noChangeArrowheads="1"/>
          </p:cNvSpPr>
          <p:nvPr/>
        </p:nvSpPr>
        <p:spPr bwMode="auto">
          <a:xfrm>
            <a:off x="2916986" y="4155610"/>
            <a:ext cx="1944687" cy="438150"/>
          </a:xfrm>
          <a:prstGeom prst="leftRightArrow">
            <a:avLst>
              <a:gd name="adj1" fmla="val 50000"/>
              <a:gd name="adj2" fmla="val 49932"/>
            </a:avLst>
          </a:prstGeom>
          <a:solidFill>
            <a:srgbClr val="00B8FF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407623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 txBox="1">
            <a:spLocks noChangeArrowheads="1"/>
          </p:cNvSpPr>
          <p:nvPr/>
        </p:nvSpPr>
        <p:spPr bwMode="auto">
          <a:xfrm>
            <a:off x="900113" y="-42863"/>
            <a:ext cx="7416800" cy="808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anchor="ctr"/>
          <a:lstStyle>
            <a:lvl1pPr algn="l" defTabSz="449263" rtl="0" eaLnBrk="0" fontAlgn="base" hangingPunct="0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+mj-lt"/>
                <a:ea typeface="+mj-ea"/>
                <a:cs typeface="ＭＳ Ｐゴシック" charset="0"/>
              </a:defRPr>
            </a:lvl1pPr>
            <a:lvl2pPr algn="l" defTabSz="449263" rtl="0" eaLnBrk="0" fontAlgn="base" hangingPunct="0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ＭＳ Ｐゴシック" pitchFamily="48" charset="-128"/>
                <a:ea typeface="ＭＳ Ｐゴシック" pitchFamily="48" charset="-128"/>
                <a:cs typeface="ＭＳ Ｐゴシック" charset="0"/>
              </a:defRPr>
            </a:lvl2pPr>
            <a:lvl3pPr algn="l" defTabSz="449263" rtl="0" eaLnBrk="0" fontAlgn="base" hangingPunct="0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ＭＳ Ｐゴシック" pitchFamily="48" charset="-128"/>
                <a:ea typeface="ＭＳ Ｐゴシック" pitchFamily="48" charset="-128"/>
                <a:cs typeface="ＭＳ Ｐゴシック" charset="0"/>
              </a:defRPr>
            </a:lvl3pPr>
            <a:lvl4pPr algn="l" defTabSz="449263" rtl="0" eaLnBrk="0" fontAlgn="base" hangingPunct="0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ＭＳ Ｐゴシック" pitchFamily="48" charset="-128"/>
                <a:ea typeface="ＭＳ Ｐゴシック" pitchFamily="48" charset="-128"/>
                <a:cs typeface="ＭＳ Ｐゴシック" charset="0"/>
              </a:defRPr>
            </a:lvl4pPr>
            <a:lvl5pPr algn="l" defTabSz="449263" rtl="0" eaLnBrk="0" fontAlgn="base" hangingPunct="0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ＭＳ Ｐゴシック" pitchFamily="48" charset="-128"/>
                <a:ea typeface="ＭＳ Ｐゴシック" pitchFamily="48" charset="-128"/>
                <a:cs typeface="ＭＳ Ｐゴシック" charset="0"/>
              </a:defRPr>
            </a:lvl5pPr>
            <a:lvl6pPr marL="2514600" indent="-228600" algn="l" defTabSz="449263" rtl="0" fontAlgn="base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sz="1200">
                <a:solidFill>
                  <a:srgbClr val="000000"/>
                </a:solidFill>
                <a:latin typeface="ＭＳ Ｐゴシック" pitchFamily="48" charset="-128"/>
                <a:ea typeface="ＭＳ Ｐゴシック" pitchFamily="48" charset="-128"/>
              </a:defRPr>
            </a:lvl6pPr>
            <a:lvl7pPr marL="2971800" indent="-228600" algn="l" defTabSz="449263" rtl="0" fontAlgn="base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sz="1200">
                <a:solidFill>
                  <a:srgbClr val="000000"/>
                </a:solidFill>
                <a:latin typeface="ＭＳ Ｐゴシック" pitchFamily="48" charset="-128"/>
                <a:ea typeface="ＭＳ Ｐゴシック" pitchFamily="48" charset="-128"/>
              </a:defRPr>
            </a:lvl7pPr>
            <a:lvl8pPr marL="3429000" indent="-228600" algn="l" defTabSz="449263" rtl="0" fontAlgn="base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sz="1200">
                <a:solidFill>
                  <a:srgbClr val="000000"/>
                </a:solidFill>
                <a:latin typeface="ＭＳ Ｐゴシック" pitchFamily="48" charset="-128"/>
                <a:ea typeface="ＭＳ Ｐゴシック" pitchFamily="48" charset="-128"/>
              </a:defRPr>
            </a:lvl8pPr>
            <a:lvl9pPr marL="3886200" indent="-228600" algn="l" defTabSz="449263" rtl="0" fontAlgn="base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sz="1200">
                <a:solidFill>
                  <a:srgbClr val="000000"/>
                </a:solidFill>
                <a:latin typeface="ＭＳ Ｐゴシック" pitchFamily="48" charset="-128"/>
                <a:ea typeface="ＭＳ Ｐゴシック" pitchFamily="48" charset="-128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endParaRPr lang="en-GB" altLang="ja-JP" sz="2400" b="1" kern="0" dirty="0" smtClean="0">
              <a:solidFill>
                <a:srgbClr val="BA020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339" name="正方形/長方形 2"/>
          <p:cNvSpPr>
            <a:spLocks noChangeArrowheads="1"/>
          </p:cNvSpPr>
          <p:nvPr/>
        </p:nvSpPr>
        <p:spPr bwMode="auto">
          <a:xfrm>
            <a:off x="422275" y="2641600"/>
            <a:ext cx="8893175" cy="693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lnSpc>
                <a:spcPct val="95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itchFamily="18" charset="0"/>
              <a:defRPr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1pPr>
            <a:lvl2pPr>
              <a:lnSpc>
                <a:spcPct val="95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itchFamily="18" charset="0"/>
              <a:defRPr sz="1400"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2pPr>
            <a:lvl3pPr>
              <a:lnSpc>
                <a:spcPct val="95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3pPr>
            <a:lvl4pPr>
              <a:lnSpc>
                <a:spcPct val="95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4pPr>
            <a:lvl5pPr>
              <a:lnSpc>
                <a:spcPct val="95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8" charset="0"/>
              <a:defRPr sz="2000"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5pPr>
            <a:lvl6pPr marL="2514600" indent="-228600" defTabSz="449263" eaLnBrk="0" fontAlgn="base" hangingPunct="0">
              <a:lnSpc>
                <a:spcPct val="95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8" charset="0"/>
              <a:defRPr sz="2000"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6pPr>
            <a:lvl7pPr marL="2971800" indent="-228600" defTabSz="449263" eaLnBrk="0" fontAlgn="base" hangingPunct="0">
              <a:lnSpc>
                <a:spcPct val="95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8" charset="0"/>
              <a:defRPr sz="2000"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7pPr>
            <a:lvl8pPr marL="3429000" indent="-228600" defTabSz="449263" eaLnBrk="0" fontAlgn="base" hangingPunct="0">
              <a:lnSpc>
                <a:spcPct val="95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8" charset="0"/>
              <a:defRPr sz="2000"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8pPr>
            <a:lvl9pPr marL="3886200" indent="-228600" defTabSz="449263" eaLnBrk="0" fontAlgn="base" hangingPunct="0">
              <a:lnSpc>
                <a:spcPct val="95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8" charset="0"/>
              <a:defRPr sz="2000"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9pPr>
          </a:lstStyle>
          <a:p>
            <a:pPr eaLnBrk="1">
              <a:lnSpc>
                <a:spcPct val="93000"/>
              </a:lnSpc>
              <a:spcAft>
                <a:spcPct val="0"/>
              </a:spcAft>
              <a:buFont typeface="Arial" charset="0"/>
              <a:buChar char="•"/>
            </a:pPr>
            <a:endParaRPr lang="en-US" altLang="ja-JP" sz="2400" dirty="0">
              <a:solidFill>
                <a:srgbClr val="2D2DB9"/>
              </a:solidFill>
              <a:latin typeface="Arial" charset="0"/>
            </a:endParaRPr>
          </a:p>
          <a:p>
            <a:pPr eaLnBrk="1">
              <a:lnSpc>
                <a:spcPct val="93000"/>
              </a:lnSpc>
              <a:spcAft>
                <a:spcPct val="0"/>
              </a:spcAft>
              <a:buFont typeface="Arial" charset="0"/>
              <a:buChar char="•"/>
            </a:pPr>
            <a:r>
              <a:rPr lang="en-US" altLang="ja-JP" dirty="0">
                <a:solidFill>
                  <a:srgbClr val="2D2DB9"/>
                </a:solidFill>
                <a:latin typeface="Arial" charset="0"/>
              </a:rPr>
              <a:t>https://rakuten.atlassian.net/wiki/display/GIAPI/API+Automation+-+Guideline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ja-JP" b="1" kern="0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rPr>
              <a:t>Guidelines for RATA Project</a:t>
            </a:r>
            <a:br>
              <a:rPr lang="en-GB" altLang="ja-JP" b="1" kern="0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rPr>
            </a:b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090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1"/>
          <p:cNvSpPr txBox="1">
            <a:spLocks noChangeArrowheads="1"/>
          </p:cNvSpPr>
          <p:nvPr/>
        </p:nvSpPr>
        <p:spPr bwMode="auto">
          <a:xfrm>
            <a:off x="1454150" y="1042988"/>
            <a:ext cx="762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eaLnBrk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eaLnBrk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eaLnBrk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eaLnBrk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buSzPct val="100000"/>
              <a:defRPr/>
            </a:pPr>
            <a:r>
              <a:rPr lang="en-GB" sz="2500" b="1" dirty="0" smtClean="0">
                <a:solidFill>
                  <a:schemeClr val="bg1">
                    <a:lumMod val="95000"/>
                  </a:schemeClr>
                </a:solidFill>
              </a:rPr>
              <a:t>References:</a:t>
            </a:r>
          </a:p>
        </p:txBody>
      </p:sp>
      <p:sp>
        <p:nvSpPr>
          <p:cNvPr id="12293" name="Text Box 4"/>
          <p:cNvSpPr txBox="1">
            <a:spLocks noChangeArrowheads="1"/>
          </p:cNvSpPr>
          <p:nvPr/>
        </p:nvSpPr>
        <p:spPr bwMode="auto">
          <a:xfrm>
            <a:off x="258763" y="2501900"/>
            <a:ext cx="8712200" cy="5297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60840" rIns="90000" bIns="45000"/>
          <a:lstStyle>
            <a:lvl1pPr>
              <a:lnSpc>
                <a:spcPct val="95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1pPr>
            <a:lvl2pPr>
              <a:lnSpc>
                <a:spcPct val="95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400"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2pPr>
            <a:lvl3pPr>
              <a:lnSpc>
                <a:spcPct val="95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3pPr>
            <a:lvl4pPr>
              <a:lnSpc>
                <a:spcPct val="95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4pPr>
            <a:lvl5pPr>
              <a:lnSpc>
                <a:spcPct val="95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5pPr>
            <a:lvl6pPr marL="2514600" indent="-228600" defTabSz="449263" eaLnBrk="0" fontAlgn="base" hangingPunct="0">
              <a:lnSpc>
                <a:spcPct val="95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6pPr>
            <a:lvl7pPr marL="2971800" indent="-228600" defTabSz="449263" eaLnBrk="0" fontAlgn="base" hangingPunct="0">
              <a:lnSpc>
                <a:spcPct val="95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7pPr>
            <a:lvl8pPr marL="3429000" indent="-228600" defTabSz="449263" eaLnBrk="0" fontAlgn="base" hangingPunct="0">
              <a:lnSpc>
                <a:spcPct val="95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8pPr>
            <a:lvl9pPr marL="3886200" indent="-228600" defTabSz="449263" eaLnBrk="0" fontAlgn="base" hangingPunct="0">
              <a:lnSpc>
                <a:spcPct val="95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Times New Roman" pitchFamily="18" charset="0"/>
                <a:ea typeface="ＭＳ Ｐゴシック" pitchFamily="50" charset="-128"/>
              </a:defRPr>
            </a:lvl9pPr>
          </a:lstStyle>
          <a:p>
            <a:pPr>
              <a:lnSpc>
                <a:spcPct val="93000"/>
              </a:lnSpc>
              <a:spcAft>
                <a:spcPct val="0"/>
              </a:spcAft>
            </a:pPr>
            <a:r>
              <a:rPr lang="en-US" altLang="ja-JP" b="1" dirty="0">
                <a:latin typeface="Arial" charset="0"/>
                <a:hlinkClick r:id="rId3"/>
              </a:rPr>
              <a:t>http://www.soapui.org/</a:t>
            </a:r>
            <a:endParaRPr lang="en-US" altLang="ja-JP" b="1" dirty="0">
              <a:latin typeface="Arial" charset="0"/>
            </a:endParaRPr>
          </a:p>
          <a:p>
            <a:pPr>
              <a:lnSpc>
                <a:spcPct val="93000"/>
              </a:lnSpc>
              <a:spcAft>
                <a:spcPct val="0"/>
              </a:spcAft>
            </a:pPr>
            <a:endParaRPr lang="en-US" altLang="ja-JP" b="1" dirty="0">
              <a:latin typeface="Arial" charset="0"/>
            </a:endParaRPr>
          </a:p>
          <a:p>
            <a:pPr>
              <a:lnSpc>
                <a:spcPct val="93000"/>
              </a:lnSpc>
              <a:spcAft>
                <a:spcPct val="0"/>
              </a:spcAft>
            </a:pPr>
            <a:r>
              <a:rPr lang="en-US" altLang="ja-JP" b="1" dirty="0">
                <a:latin typeface="Arial" charset="0"/>
                <a:hlinkClick r:id="rId4"/>
              </a:rPr>
              <a:t>http://en.wikipedia.org/wiki/SoapUI</a:t>
            </a:r>
            <a:endParaRPr lang="en-US" altLang="ja-JP" b="1" dirty="0">
              <a:latin typeface="Arial" charset="0"/>
            </a:endParaRPr>
          </a:p>
          <a:p>
            <a:pPr>
              <a:lnSpc>
                <a:spcPct val="93000"/>
              </a:lnSpc>
              <a:spcAft>
                <a:spcPct val="0"/>
              </a:spcAft>
            </a:pPr>
            <a:endParaRPr lang="en-US" altLang="ja-JP" b="1" dirty="0">
              <a:latin typeface="Arial" charset="0"/>
            </a:endParaRPr>
          </a:p>
          <a:p>
            <a:pPr>
              <a:lnSpc>
                <a:spcPct val="93000"/>
              </a:lnSpc>
              <a:spcAft>
                <a:spcPct val="0"/>
              </a:spcAft>
            </a:pPr>
            <a:r>
              <a:rPr lang="en-US" altLang="ja-JP" b="1" dirty="0">
                <a:latin typeface="Arial" charset="0"/>
                <a:hlinkClick r:id="rId5"/>
              </a:rPr>
              <a:t>https://github.com/redfish4ktc/maven-soapui-extension-plugin</a:t>
            </a:r>
            <a:endParaRPr lang="en-US" altLang="ja-JP" b="1" dirty="0">
              <a:latin typeface="Arial" charset="0"/>
            </a:endParaRPr>
          </a:p>
          <a:p>
            <a:pPr>
              <a:lnSpc>
                <a:spcPct val="93000"/>
              </a:lnSpc>
              <a:spcAft>
                <a:spcPct val="0"/>
              </a:spcAft>
            </a:pPr>
            <a:endParaRPr lang="en-US" altLang="ja-JP" b="1" dirty="0">
              <a:latin typeface="Arial" charset="0"/>
            </a:endParaRPr>
          </a:p>
          <a:p>
            <a:pPr>
              <a:lnSpc>
                <a:spcPct val="93000"/>
              </a:lnSpc>
              <a:spcAft>
                <a:spcPct val="0"/>
              </a:spcAft>
            </a:pPr>
            <a:r>
              <a:rPr lang="en-US" altLang="ja-JP" b="1" dirty="0">
                <a:latin typeface="Arial" charset="0"/>
                <a:hlinkClick r:id="rId6"/>
              </a:rPr>
              <a:t>https://github.com/redfish4ktc/maven-soapui-extension-plugin/wiki/Goals</a:t>
            </a:r>
            <a:endParaRPr lang="en-US" altLang="ja-JP" b="1" dirty="0">
              <a:latin typeface="Arial" charset="0"/>
            </a:endParaRPr>
          </a:p>
          <a:p>
            <a:pPr>
              <a:lnSpc>
                <a:spcPct val="93000"/>
              </a:lnSpc>
              <a:spcAft>
                <a:spcPct val="0"/>
              </a:spcAft>
            </a:pPr>
            <a:endParaRPr lang="en-US" altLang="ja-JP" b="1" dirty="0">
              <a:latin typeface="Arial" charset="0"/>
            </a:endParaRPr>
          </a:p>
          <a:p>
            <a:pPr>
              <a:lnSpc>
                <a:spcPct val="93000"/>
              </a:lnSpc>
              <a:spcAft>
                <a:spcPct val="0"/>
              </a:spcAft>
            </a:pPr>
            <a:r>
              <a:rPr lang="en-US" altLang="ja-JP" b="1" dirty="0">
                <a:latin typeface="Arial" charset="0"/>
                <a:hlinkClick r:id="rId7"/>
              </a:rPr>
              <a:t>http://jenkins-ci.org/</a:t>
            </a:r>
            <a:endParaRPr lang="en-US" altLang="ja-JP" b="1" dirty="0">
              <a:latin typeface="Arial" charset="0"/>
            </a:endParaRPr>
          </a:p>
          <a:p>
            <a:pPr>
              <a:lnSpc>
                <a:spcPct val="93000"/>
              </a:lnSpc>
              <a:spcAft>
                <a:spcPct val="0"/>
              </a:spcAft>
            </a:pPr>
            <a:endParaRPr lang="en-US" altLang="ja-JP" b="1" dirty="0">
              <a:latin typeface="Arial" charset="0"/>
            </a:endParaRPr>
          </a:p>
          <a:p>
            <a:pPr>
              <a:lnSpc>
                <a:spcPct val="93000"/>
              </a:lnSpc>
              <a:spcAft>
                <a:spcPct val="0"/>
              </a:spcAft>
            </a:pPr>
            <a:r>
              <a:rPr lang="en-US" altLang="ja-JP" b="1" dirty="0">
                <a:latin typeface="Arial" charset="0"/>
                <a:hlinkClick r:id="rId8"/>
              </a:rPr>
              <a:t>http://maven.apache.org/</a:t>
            </a:r>
            <a:endParaRPr lang="en-US" altLang="ja-JP" b="1" dirty="0">
              <a:latin typeface="Arial" charset="0"/>
            </a:endParaRPr>
          </a:p>
          <a:p>
            <a:pPr>
              <a:lnSpc>
                <a:spcPct val="93000"/>
              </a:lnSpc>
              <a:spcAft>
                <a:spcPct val="0"/>
              </a:spcAft>
            </a:pPr>
            <a:endParaRPr lang="en-US" altLang="ja-JP" b="1" dirty="0">
              <a:latin typeface="Arial" charset="0"/>
            </a:endParaRPr>
          </a:p>
          <a:p>
            <a:pPr>
              <a:lnSpc>
                <a:spcPct val="93000"/>
              </a:lnSpc>
              <a:spcAft>
                <a:spcPct val="0"/>
              </a:spcAft>
            </a:pPr>
            <a:endParaRPr lang="en-US" altLang="ja-JP" b="1" dirty="0">
              <a:latin typeface="Arial" charset="0"/>
            </a:endParaRPr>
          </a:p>
          <a:p>
            <a:pPr>
              <a:lnSpc>
                <a:spcPct val="93000"/>
              </a:lnSpc>
              <a:spcAft>
                <a:spcPct val="0"/>
              </a:spcAft>
            </a:pPr>
            <a:endParaRPr lang="en-US" altLang="ja-JP" b="1" dirty="0">
              <a:latin typeface="Arial" charset="0"/>
            </a:endParaRPr>
          </a:p>
          <a:p>
            <a:pPr>
              <a:lnSpc>
                <a:spcPct val="93000"/>
              </a:lnSpc>
              <a:spcAft>
                <a:spcPct val="0"/>
              </a:spcAft>
            </a:pPr>
            <a:endParaRPr lang="en-US" altLang="ja-JP" b="1" dirty="0">
              <a:latin typeface="Arial" charset="0"/>
            </a:endParaRPr>
          </a:p>
          <a:p>
            <a:pPr>
              <a:lnSpc>
                <a:spcPct val="93000"/>
              </a:lnSpc>
              <a:spcAft>
                <a:spcPct val="0"/>
              </a:spcAft>
            </a:pPr>
            <a:endParaRPr lang="en-US" altLang="ja-JP" b="1" dirty="0">
              <a:latin typeface="Arial" charset="0"/>
            </a:endParaRPr>
          </a:p>
          <a:p>
            <a:pPr>
              <a:lnSpc>
                <a:spcPct val="93000"/>
              </a:lnSpc>
              <a:spcAft>
                <a:spcPct val="0"/>
              </a:spcAft>
            </a:pPr>
            <a:endParaRPr lang="en-US" altLang="ja-JP" b="1" dirty="0">
              <a:latin typeface="Arial" charset="0"/>
            </a:endParaRPr>
          </a:p>
          <a:p>
            <a:pPr>
              <a:lnSpc>
                <a:spcPct val="93000"/>
              </a:lnSpc>
              <a:spcAft>
                <a:spcPct val="0"/>
              </a:spcAft>
            </a:pPr>
            <a:endParaRPr lang="en-US" altLang="ja-JP" b="1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974535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/>
          <p:cNvSpPr>
            <a:spLocks noGrp="1"/>
          </p:cNvSpPr>
          <p:nvPr>
            <p:ph type="title"/>
          </p:nvPr>
        </p:nvSpPr>
        <p:spPr bwMode="auto">
          <a:xfrm>
            <a:off x="1657350" y="5043488"/>
            <a:ext cx="7258050" cy="566737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dirty="0" smtClean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877570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 txBox="1">
            <a:spLocks noChangeArrowheads="1"/>
          </p:cNvSpPr>
          <p:nvPr/>
        </p:nvSpPr>
        <p:spPr bwMode="auto">
          <a:xfrm>
            <a:off x="827088" y="188913"/>
            <a:ext cx="7620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anchor="ctr"/>
          <a:lstStyle>
            <a:lvl1pPr algn="l" defTabSz="449263" rtl="0" eaLnBrk="0" fontAlgn="base" hangingPunct="0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+mj-lt"/>
                <a:ea typeface="+mj-ea"/>
                <a:cs typeface="ＭＳ Ｐゴシック" charset="0"/>
              </a:defRPr>
            </a:lvl1pPr>
            <a:lvl2pPr algn="l" defTabSz="449263" rtl="0" eaLnBrk="0" fontAlgn="base" hangingPunct="0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ＭＳ Ｐゴシック" pitchFamily="48" charset="-128"/>
                <a:ea typeface="ＭＳ Ｐゴシック" pitchFamily="48" charset="-128"/>
                <a:cs typeface="ＭＳ Ｐゴシック" charset="0"/>
              </a:defRPr>
            </a:lvl2pPr>
            <a:lvl3pPr algn="l" defTabSz="449263" rtl="0" eaLnBrk="0" fontAlgn="base" hangingPunct="0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ＭＳ Ｐゴシック" pitchFamily="48" charset="-128"/>
                <a:ea typeface="ＭＳ Ｐゴシック" pitchFamily="48" charset="-128"/>
                <a:cs typeface="ＭＳ Ｐゴシック" charset="0"/>
              </a:defRPr>
            </a:lvl3pPr>
            <a:lvl4pPr algn="l" defTabSz="449263" rtl="0" eaLnBrk="0" fontAlgn="base" hangingPunct="0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ＭＳ Ｐゴシック" pitchFamily="48" charset="-128"/>
                <a:ea typeface="ＭＳ Ｐゴシック" pitchFamily="48" charset="-128"/>
                <a:cs typeface="ＭＳ Ｐゴシック" charset="0"/>
              </a:defRPr>
            </a:lvl4pPr>
            <a:lvl5pPr algn="l" defTabSz="449263" rtl="0" eaLnBrk="0" fontAlgn="base" hangingPunct="0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ＭＳ Ｐゴシック" pitchFamily="48" charset="-128"/>
                <a:ea typeface="ＭＳ Ｐゴシック" pitchFamily="48" charset="-128"/>
                <a:cs typeface="ＭＳ Ｐゴシック" charset="0"/>
              </a:defRPr>
            </a:lvl5pPr>
            <a:lvl6pPr marL="2514600" indent="-228600" algn="l" defTabSz="449263" rtl="0" fontAlgn="base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sz="1200">
                <a:solidFill>
                  <a:srgbClr val="000000"/>
                </a:solidFill>
                <a:latin typeface="ＭＳ Ｐゴシック" pitchFamily="48" charset="-128"/>
                <a:ea typeface="ＭＳ Ｐゴシック" pitchFamily="48" charset="-128"/>
              </a:defRPr>
            </a:lvl6pPr>
            <a:lvl7pPr marL="2971800" indent="-228600" algn="l" defTabSz="449263" rtl="0" fontAlgn="base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sz="1200">
                <a:solidFill>
                  <a:srgbClr val="000000"/>
                </a:solidFill>
                <a:latin typeface="ＭＳ Ｐゴシック" pitchFamily="48" charset="-128"/>
                <a:ea typeface="ＭＳ Ｐゴシック" pitchFamily="48" charset="-128"/>
              </a:defRPr>
            </a:lvl7pPr>
            <a:lvl8pPr marL="3429000" indent="-228600" algn="l" defTabSz="449263" rtl="0" fontAlgn="base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sz="1200">
                <a:solidFill>
                  <a:srgbClr val="000000"/>
                </a:solidFill>
                <a:latin typeface="ＭＳ Ｐゴシック" pitchFamily="48" charset="-128"/>
                <a:ea typeface="ＭＳ Ｐゴシック" pitchFamily="48" charset="-128"/>
              </a:defRPr>
            </a:lvl8pPr>
            <a:lvl9pPr marL="3886200" indent="-228600" algn="l" defTabSz="449263" rtl="0" fontAlgn="base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sz="1200">
                <a:solidFill>
                  <a:srgbClr val="000000"/>
                </a:solidFill>
                <a:latin typeface="ＭＳ Ｐゴシック" pitchFamily="48" charset="-128"/>
                <a:ea typeface="ＭＳ Ｐゴシック" pitchFamily="48" charset="-128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GB" sz="2500" b="1" kern="0" dirty="0" smtClean="0">
                <a:solidFill>
                  <a:srgbClr val="BA0202"/>
                </a:solidFill>
                <a:latin typeface="Arial" charset="0"/>
                <a:cs typeface="Arial" charset="0"/>
              </a:rPr>
              <a:t>RATA Folder Structure</a:t>
            </a:r>
            <a:endParaRPr lang="en-GB" sz="2500" b="1" kern="0" dirty="0">
              <a:solidFill>
                <a:srgbClr val="BA0202"/>
              </a:solidFill>
              <a:latin typeface="Arial" charset="0"/>
              <a:cs typeface="Arial" charset="0"/>
            </a:endParaRPr>
          </a:p>
        </p:txBody>
      </p:sp>
      <p:pic>
        <p:nvPicPr>
          <p:cNvPr id="1331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769938"/>
            <a:ext cx="3887788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6" name="TextBox 6"/>
          <p:cNvSpPr txBox="1">
            <a:spLocks noChangeArrowheads="1"/>
          </p:cNvSpPr>
          <p:nvPr/>
        </p:nvSpPr>
        <p:spPr bwMode="auto">
          <a:xfrm>
            <a:off x="5724525" y="708025"/>
            <a:ext cx="18002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kumimoji="1" lang="en-US" altLang="ja-JP">
                <a:solidFill>
                  <a:schemeClr val="tx1"/>
                </a:solidFill>
              </a:rPr>
              <a:t>Git repo name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3317" name="TextBox 8"/>
          <p:cNvSpPr txBox="1">
            <a:spLocks noChangeArrowheads="1"/>
          </p:cNvSpPr>
          <p:nvPr/>
        </p:nvSpPr>
        <p:spPr bwMode="auto">
          <a:xfrm>
            <a:off x="5795963" y="2276475"/>
            <a:ext cx="20383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kumimoji="1" lang="en-US" altLang="ja-JP">
                <a:solidFill>
                  <a:schemeClr val="tx1"/>
                </a:solidFill>
              </a:rPr>
              <a:t>Properties Folder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3318" name="TextBox 10"/>
          <p:cNvSpPr txBox="1">
            <a:spLocks noChangeArrowheads="1"/>
          </p:cNvSpPr>
          <p:nvPr/>
        </p:nvSpPr>
        <p:spPr bwMode="auto">
          <a:xfrm>
            <a:off x="6062663" y="5445125"/>
            <a:ext cx="20383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kumimoji="1" lang="en-US" altLang="ja-JP">
                <a:solidFill>
                  <a:schemeClr val="tx1"/>
                </a:solidFill>
              </a:rPr>
              <a:t>Assertion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3319" name="TextBox 11"/>
          <p:cNvSpPr txBox="1">
            <a:spLocks noChangeArrowheads="1"/>
          </p:cNvSpPr>
          <p:nvPr/>
        </p:nvSpPr>
        <p:spPr bwMode="auto">
          <a:xfrm>
            <a:off x="5846763" y="1628775"/>
            <a:ext cx="20383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kumimoji="1" lang="en-US" altLang="ja-JP">
                <a:solidFill>
                  <a:schemeClr val="tx1"/>
                </a:solidFill>
              </a:rPr>
              <a:t>Project.xml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3320" name="TextBox 12"/>
          <p:cNvSpPr txBox="1">
            <a:spLocks noChangeArrowheads="1"/>
          </p:cNvSpPr>
          <p:nvPr/>
        </p:nvSpPr>
        <p:spPr bwMode="auto">
          <a:xfrm>
            <a:off x="6062663" y="5795963"/>
            <a:ext cx="20383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kumimoji="1" lang="en-US" altLang="ja-JP">
                <a:solidFill>
                  <a:schemeClr val="tx1"/>
                </a:solidFill>
              </a:rPr>
              <a:t>Test Data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3321" name="TextBox 13"/>
          <p:cNvSpPr txBox="1">
            <a:spLocks noChangeArrowheads="1"/>
          </p:cNvSpPr>
          <p:nvPr/>
        </p:nvSpPr>
        <p:spPr bwMode="auto">
          <a:xfrm>
            <a:off x="6011863" y="5148263"/>
            <a:ext cx="20383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kumimoji="1" lang="en-US" altLang="ja-JP">
                <a:solidFill>
                  <a:schemeClr val="tx1"/>
                </a:solidFill>
              </a:rPr>
              <a:t>Test Case Name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3322" name="TextBox 14"/>
          <p:cNvSpPr txBox="1">
            <a:spLocks noChangeArrowheads="1"/>
          </p:cNvSpPr>
          <p:nvPr/>
        </p:nvSpPr>
        <p:spPr bwMode="auto">
          <a:xfrm>
            <a:off x="6011863" y="4787900"/>
            <a:ext cx="20383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kumimoji="1" lang="en-US" altLang="ja-JP">
                <a:solidFill>
                  <a:schemeClr val="tx1"/>
                </a:solidFill>
              </a:rPr>
              <a:t>Test Suite Name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cxnSp>
        <p:nvCxnSpPr>
          <p:cNvPr id="13323" name="Straight Arrow Connector 15"/>
          <p:cNvCxnSpPr>
            <a:cxnSpLocks noChangeShapeType="1"/>
            <a:stCxn id="13316" idx="1"/>
          </p:cNvCxnSpPr>
          <p:nvPr/>
        </p:nvCxnSpPr>
        <p:spPr bwMode="auto">
          <a:xfrm flipH="1">
            <a:off x="3132138" y="892175"/>
            <a:ext cx="2592387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324" name="Straight Arrow Connector 17"/>
          <p:cNvCxnSpPr>
            <a:cxnSpLocks noChangeShapeType="1"/>
          </p:cNvCxnSpPr>
          <p:nvPr/>
        </p:nvCxnSpPr>
        <p:spPr bwMode="auto">
          <a:xfrm flipH="1">
            <a:off x="2339975" y="1844675"/>
            <a:ext cx="3521075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325" name="Straight Arrow Connector 19"/>
          <p:cNvCxnSpPr>
            <a:cxnSpLocks noChangeShapeType="1"/>
          </p:cNvCxnSpPr>
          <p:nvPr/>
        </p:nvCxnSpPr>
        <p:spPr bwMode="auto">
          <a:xfrm flipH="1">
            <a:off x="2987675" y="2492375"/>
            <a:ext cx="2873375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326" name="Straight Arrow Connector 22"/>
          <p:cNvCxnSpPr>
            <a:cxnSpLocks noChangeShapeType="1"/>
          </p:cNvCxnSpPr>
          <p:nvPr/>
        </p:nvCxnSpPr>
        <p:spPr bwMode="auto">
          <a:xfrm flipH="1">
            <a:off x="3159125" y="4975225"/>
            <a:ext cx="2873375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327" name="Straight Arrow Connector 23"/>
          <p:cNvCxnSpPr>
            <a:cxnSpLocks noChangeShapeType="1"/>
            <a:stCxn id="13321" idx="1"/>
          </p:cNvCxnSpPr>
          <p:nvPr/>
        </p:nvCxnSpPr>
        <p:spPr bwMode="auto">
          <a:xfrm flipH="1">
            <a:off x="5148263" y="5332413"/>
            <a:ext cx="86360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328" name="Straight Arrow Connector 29"/>
          <p:cNvCxnSpPr>
            <a:cxnSpLocks noChangeShapeType="1"/>
            <a:stCxn id="13318" idx="1"/>
          </p:cNvCxnSpPr>
          <p:nvPr/>
        </p:nvCxnSpPr>
        <p:spPr bwMode="auto">
          <a:xfrm flipH="1" flipV="1">
            <a:off x="3076575" y="5626100"/>
            <a:ext cx="2986088" cy="317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329" name="Straight Arrow Connector 31"/>
          <p:cNvCxnSpPr>
            <a:cxnSpLocks noChangeShapeType="1"/>
          </p:cNvCxnSpPr>
          <p:nvPr/>
        </p:nvCxnSpPr>
        <p:spPr bwMode="auto">
          <a:xfrm flipH="1">
            <a:off x="2987675" y="5949950"/>
            <a:ext cx="3074988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330" name="Oval 33"/>
          <p:cNvSpPr>
            <a:spLocks noChangeArrowheads="1"/>
          </p:cNvSpPr>
          <p:nvPr/>
        </p:nvSpPr>
        <p:spPr bwMode="auto">
          <a:xfrm>
            <a:off x="969963" y="2667000"/>
            <a:ext cx="2809875" cy="1193800"/>
          </a:xfrm>
          <a:prstGeom prst="ellipse">
            <a:avLst/>
          </a:prstGeom>
          <a:solidFill>
            <a:srgbClr val="00B8FF">
              <a:alpha val="16862"/>
            </a:srgb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ja-JP" alt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89" y="527463"/>
            <a:ext cx="1142061" cy="1191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197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Custom 2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75B0"/>
      </a:hlink>
      <a:folHlink>
        <a:srgbClr val="0075B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Custom 2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75B0"/>
      </a:hlink>
      <a:folHlink>
        <a:srgbClr val="0075B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1604</TotalTime>
  <Words>386</Words>
  <Application>Microsoft Office PowerPoint</Application>
  <PresentationFormat>On-screen Show (4:3)</PresentationFormat>
  <Paragraphs>125</Paragraphs>
  <Slides>16</Slides>
  <Notes>5</Notes>
  <HiddenSlides>1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Office Theme</vt:lpstr>
      <vt:lpstr>1_Office Theme</vt:lpstr>
      <vt:lpstr>2_Office Theme</vt:lpstr>
      <vt:lpstr>PowerPoint Presentation</vt:lpstr>
      <vt:lpstr>Agenda</vt:lpstr>
      <vt:lpstr>What is RATA Framework</vt:lpstr>
      <vt:lpstr>What is RATA Framework</vt:lpstr>
      <vt:lpstr>What is RATA Framework</vt:lpstr>
      <vt:lpstr>RATA Process </vt:lpstr>
      <vt:lpstr>RATA Process (for Release changes) </vt:lpstr>
      <vt:lpstr>RATA Process – Kanban Board </vt:lpstr>
      <vt:lpstr>Jenkins Integration</vt:lpstr>
      <vt:lpstr>Jenkins Integration - Reporting</vt:lpstr>
      <vt:lpstr>Release-wise Report</vt:lpstr>
      <vt:lpstr>PowerPoint Presentation</vt:lpstr>
      <vt:lpstr>Guidelines for RATA Project </vt:lpstr>
      <vt:lpstr>PowerPoint Presentation</vt:lpstr>
      <vt:lpstr>Thank You!</vt:lpstr>
      <vt:lpstr>PowerPoint Presentation</vt:lpstr>
    </vt:vector>
  </TitlesOfParts>
  <Company>Cybage Software Pvt. Ltd.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Meenu Chopra</dc:creator>
  <cp:lastModifiedBy>Bheemasen Rattihalli</cp:lastModifiedBy>
  <cp:revision>325</cp:revision>
  <dcterms:created xsi:type="dcterms:W3CDTF">2009-07-20T04:26:09Z</dcterms:created>
  <dcterms:modified xsi:type="dcterms:W3CDTF">2014-12-22T15:32:30Z</dcterms:modified>
</cp:coreProperties>
</file>